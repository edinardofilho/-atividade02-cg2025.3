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6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3.svg" ContentType="image/svg"/>
  <Override PartName="/ppt/media/image6.png" ContentType="image/png"/>
  <Override PartName="/ppt/media/image2.png" ContentType="image/png"/>
  <Override PartName="/ppt/media/image4.jpeg" ContentType="image/jpeg"/>
  <Override PartName="/ppt/media/image5.png" ContentType="image/png"/>
  <Override PartName="/ppt/media/image7.png" ContentType="image/png"/>
  <Override PartName="/ppt/media/image8.png" ContentType="image/png"/>
  <Override PartName="/ppt/media/image9.jpeg" ContentType="image/jpe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  <p:sldMasterId id="2147483671" r:id="rId13"/>
    <p:sldMasterId id="2147483673" r:id="rId14"/>
    <p:sldMasterId id="2147483675" r:id="rId15"/>
    <p:sldMasterId id="2147483677" r:id="rId16"/>
    <p:sldMasterId id="2147483679" r:id="rId17"/>
    <p:sldMasterId id="2147483681" r:id="rId18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06C21E7-DCE2-4F22-91A6-D8C4271EC6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6BA4520-A3DA-4306-BE49-457591CE21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CBA342F-BA07-445B-A08F-EA64635F2A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/>
          </p:nvPr>
        </p:nvSpPr>
        <p:spPr>
          <a:xfrm>
            <a:off x="511668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7490411-3976-4F5E-9698-0C572EADFD4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3555345-C68D-4FEF-AEFD-0BF894E04C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A3E292C-9AE7-4A1C-90D2-F7F668ED9B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23AB7D8-A832-4B75-BF8D-1AB9497595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4561155B-FF42-4505-A697-6E2533319F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6F5F47A7-A26B-4277-9125-E8D4017F9C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F24A52F5-1E7C-40C7-AEAD-20C0AA7958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089679C8-D5FF-430D-B20E-7F1EAAE951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1BB2E276-7B5E-4F74-B0B1-06BDA667F4A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Jigsa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0FDB6867-28C2-4339-AE59-D7E74E8F67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45E4912A-975F-4CCB-BB47-02E426632E3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1CAB88F3-C1F2-4104-93DD-6C9516C9B7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B517B7EE-FC1F-4681-A5A8-0FD9B8DA5CF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AFA702D0-CC58-4A70-B7AB-5AF3E9C462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DDA76AB9-98AE-4713-85B6-53A096FF12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2.png"/><Relationship Id="rId15" Type="http://schemas.openxmlformats.org/officeDocument/2006/relationships/image" Target="../media/image3.svg"/><Relationship Id="rId16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8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1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jpeg"/><Relationship Id="rId3" Type="http://schemas.openxmlformats.org/officeDocument/2006/relationships/image" Target="../media/image4.jpeg"/><Relationship Id="rId4" Type="http://schemas.openxmlformats.org/officeDocument/2006/relationships/image" Target="../media/image4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slideLayout" Target="../slideLayouts/slideLayout13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jpeg"/><Relationship Id="rId3" Type="http://schemas.openxmlformats.org/officeDocument/2006/relationships/image" Target="../media/image4.jpeg"/><Relationship Id="rId4" Type="http://schemas.openxmlformats.org/officeDocument/2006/relationships/image" Target="../media/image4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slideLayout" Target="../slideLayouts/slideLayout14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1.jpeg"/><Relationship Id="rId15" Type="http://schemas.openxmlformats.org/officeDocument/2006/relationships/image" Target="../media/image1.jpeg"/><Relationship Id="rId16" Type="http://schemas.openxmlformats.org/officeDocument/2006/relationships/image" Target="../media/image1.jpeg"/><Relationship Id="rId17" Type="http://schemas.openxmlformats.org/officeDocument/2006/relationships/image" Target="../media/image1.jpeg"/><Relationship Id="rId18" Type="http://schemas.openxmlformats.org/officeDocument/2006/relationships/image" Target="../media/image1.jpeg"/><Relationship Id="rId19" Type="http://schemas.openxmlformats.org/officeDocument/2006/relationships/image" Target="../media/image1.jpeg"/><Relationship Id="rId20" Type="http://schemas.openxmlformats.org/officeDocument/2006/relationships/image" Target="../media/image1.jpeg"/><Relationship Id="rId21" Type="http://schemas.openxmlformats.org/officeDocument/2006/relationships/image" Target="../media/image1.jpeg"/><Relationship Id="rId22" Type="http://schemas.openxmlformats.org/officeDocument/2006/relationships/image" Target="../media/image1.jpeg"/><Relationship Id="rId23" Type="http://schemas.openxmlformats.org/officeDocument/2006/relationships/image" Target="../media/image1.jpeg"/><Relationship Id="rId24" Type="http://schemas.openxmlformats.org/officeDocument/2006/relationships/image" Target="../media/image1.jpeg"/><Relationship Id="rId25" Type="http://schemas.openxmlformats.org/officeDocument/2006/relationships/image" Target="../media/image1.jpeg"/><Relationship Id="rId26" Type="http://schemas.openxmlformats.org/officeDocument/2006/relationships/slideLayout" Target="../slideLayouts/slideLayout15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1.jpeg"/><Relationship Id="rId15" Type="http://schemas.openxmlformats.org/officeDocument/2006/relationships/image" Target="../media/image1.jpeg"/><Relationship Id="rId16" Type="http://schemas.openxmlformats.org/officeDocument/2006/relationships/image" Target="../media/image1.jpeg"/><Relationship Id="rId17" Type="http://schemas.openxmlformats.org/officeDocument/2006/relationships/image" Target="../media/image1.jpeg"/><Relationship Id="rId18" Type="http://schemas.openxmlformats.org/officeDocument/2006/relationships/image" Target="../media/image1.jpeg"/><Relationship Id="rId19" Type="http://schemas.openxmlformats.org/officeDocument/2006/relationships/image" Target="../media/image1.jpeg"/><Relationship Id="rId20" Type="http://schemas.openxmlformats.org/officeDocument/2006/relationships/image" Target="../media/image1.jpeg"/><Relationship Id="rId21" Type="http://schemas.openxmlformats.org/officeDocument/2006/relationships/image" Target="../media/image1.jpeg"/><Relationship Id="rId22" Type="http://schemas.openxmlformats.org/officeDocument/2006/relationships/image" Target="../media/image1.jpeg"/><Relationship Id="rId23" Type="http://schemas.openxmlformats.org/officeDocument/2006/relationships/image" Target="../media/image1.jpeg"/><Relationship Id="rId24" Type="http://schemas.openxmlformats.org/officeDocument/2006/relationships/image" Target="../media/image1.jpeg"/><Relationship Id="rId25" Type="http://schemas.openxmlformats.org/officeDocument/2006/relationships/image" Target="../media/image1.jpeg"/><Relationship Id="rId26" Type="http://schemas.openxmlformats.org/officeDocument/2006/relationships/slideLayout" Target="../slideLayouts/slideLayout16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7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slideLayout" Target="../slideLayouts/slideLayout1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10080360" cy="4114440"/>
            <a:chOff x="0" y="0"/>
            <a:chExt cx="10080360" cy="4114440"/>
          </a:xfrm>
        </p:grpSpPr>
        <p:sp>
          <p:nvSpPr>
            <p:cNvPr id="1" name=""/>
            <p:cNvSpPr/>
            <p:nvPr/>
          </p:nvSpPr>
          <p:spPr>
            <a:xfrm>
              <a:off x="0" y="0"/>
              <a:ext cx="10080360" cy="41144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0"/>
              <a:ext cx="10080360" cy="41144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0" y="1280160"/>
              <a:ext cx="1554120" cy="63972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914400" y="1920240"/>
              <a:ext cx="1279800" cy="182844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2194560" y="548640"/>
              <a:ext cx="1279800" cy="182844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3474720" y="1188720"/>
              <a:ext cx="365400" cy="36540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4206240" y="0"/>
              <a:ext cx="1462680" cy="91404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4663440" y="914400"/>
              <a:ext cx="1005480" cy="45684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474720" y="1737360"/>
              <a:ext cx="3108600" cy="100548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4114800" y="2743200"/>
              <a:ext cx="1462680" cy="100548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6583680" y="1463040"/>
              <a:ext cx="1554120" cy="45684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7315200" y="1920240"/>
              <a:ext cx="1462680" cy="164556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2743200" y="2377440"/>
              <a:ext cx="548280" cy="82260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8595360" y="0"/>
              <a:ext cx="1485000" cy="146268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6766560" y="0"/>
              <a:ext cx="273960" cy="100548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1554480" y="0"/>
              <a:ext cx="182520" cy="91404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0" y="3017520"/>
              <a:ext cx="365400" cy="109692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9601200" y="2560320"/>
              <a:ext cx="365400" cy="155412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8778240" y="1828800"/>
              <a:ext cx="365400" cy="36540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ftr" idx="1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2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6DE380-499D-44E9-A3F4-22EB28EBDD9B}" type="slidenum">
              <a:rPr b="0" lang="pt-BR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dt" idx="3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"/>
          <p:cNvGrpSpPr/>
          <p:nvPr/>
        </p:nvGrpSpPr>
        <p:grpSpPr>
          <a:xfrm>
            <a:off x="0" y="0"/>
            <a:ext cx="10080360" cy="4114440"/>
            <a:chOff x="0" y="0"/>
            <a:chExt cx="10080360" cy="4114440"/>
          </a:xfrm>
        </p:grpSpPr>
        <p:sp>
          <p:nvSpPr>
            <p:cNvPr id="28" name=""/>
            <p:cNvSpPr/>
            <p:nvPr/>
          </p:nvSpPr>
          <p:spPr>
            <a:xfrm>
              <a:off x="0" y="0"/>
              <a:ext cx="10080360" cy="41144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0" y="0"/>
              <a:ext cx="10080360" cy="41144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0" y="1280160"/>
              <a:ext cx="1554120" cy="63972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914400" y="1920240"/>
              <a:ext cx="1279800" cy="182844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2194560" y="548640"/>
              <a:ext cx="1279800" cy="182844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3474720" y="1188720"/>
              <a:ext cx="365400" cy="36540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4206240" y="0"/>
              <a:ext cx="1462680" cy="91404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4663440" y="914400"/>
              <a:ext cx="1005480" cy="45684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3474720" y="1737360"/>
              <a:ext cx="3108600" cy="100548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4114800" y="2743200"/>
              <a:ext cx="1462680" cy="100548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6583680" y="1463040"/>
              <a:ext cx="1554120" cy="45684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7315200" y="1920240"/>
              <a:ext cx="1462680" cy="164556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2743200" y="2377440"/>
              <a:ext cx="548280" cy="82260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8595360" y="0"/>
              <a:ext cx="1485000" cy="146268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6766560" y="0"/>
              <a:ext cx="273960" cy="100548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1554480" y="0"/>
              <a:ext cx="182520" cy="91404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0" y="3017520"/>
              <a:ext cx="365400" cy="109692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9601200" y="2560320"/>
              <a:ext cx="365400" cy="155412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8778240" y="1828800"/>
              <a:ext cx="365400" cy="36540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ftr" idx="4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D3858B-02F7-4E0F-B717-493E96009268}" type="slidenum">
              <a:rPr b="0" lang="pt-BR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6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"/>
          <p:cNvGrpSpPr/>
          <p:nvPr/>
        </p:nvGrpSpPr>
        <p:grpSpPr>
          <a:xfrm>
            <a:off x="8540280" y="5065560"/>
            <a:ext cx="1280160" cy="914400"/>
            <a:chOff x="8540280" y="5065560"/>
            <a:chExt cx="1280160" cy="914400"/>
          </a:xfrm>
        </p:grpSpPr>
        <p:grpSp>
          <p:nvGrpSpPr>
            <p:cNvPr id="55" name=""/>
            <p:cNvGrpSpPr/>
            <p:nvPr/>
          </p:nvGrpSpPr>
          <p:grpSpPr>
            <a:xfrm>
              <a:off x="8540280" y="5065560"/>
              <a:ext cx="1280160" cy="914400"/>
              <a:chOff x="8540280" y="5065560"/>
              <a:chExt cx="1280160" cy="914400"/>
            </a:xfrm>
          </p:grpSpPr>
          <p:sp>
            <p:nvSpPr>
              <p:cNvPr id="56" name=""/>
              <p:cNvSpPr/>
              <p:nvPr/>
            </p:nvSpPr>
            <p:spPr>
              <a:xfrm flipV="1" rot="21598800">
                <a:off x="9637560" y="5430960"/>
                <a:ext cx="182520" cy="182520"/>
              </a:xfrm>
              <a:prstGeom prst="ellipse">
                <a:avLst/>
              </a:prstGeom>
              <a:blipFill rotWithShape="0">
                <a:blip r:embed="rId2"/>
                <a:srcRect/>
                <a:tile tx="0" ty="0" sx="74468" sy="74468" algn="ctr"/>
              </a:blipFill>
              <a:ln w="0">
                <a:noFill/>
              </a:ln>
              <a:effectLst>
                <a:outerShdw blurRad="0" dir="2700000" dist="102841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800" spc="-1" strike="noStrike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57" name=""/>
              <p:cNvSpPr/>
              <p:nvPr/>
            </p:nvSpPr>
            <p:spPr>
              <a:xfrm flipV="1" rot="21598800">
                <a:off x="9271800" y="5430960"/>
                <a:ext cx="182520" cy="18252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468" sy="74468" algn="ctr"/>
              </a:blipFill>
              <a:ln w="0">
                <a:noFill/>
              </a:ln>
              <a:effectLst>
                <a:outerShdw blurRad="0" dir="2700000" dist="102841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800" spc="-1" strike="noStrike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 flipV="1" rot="21598800">
                <a:off x="8906400" y="5430960"/>
                <a:ext cx="182520" cy="182520"/>
              </a:xfrm>
              <a:prstGeom prst="ellipse">
                <a:avLst/>
              </a:prstGeom>
              <a:blipFill rotWithShape="0">
                <a:blip r:embed="rId4"/>
                <a:srcRect/>
                <a:tile tx="0" ty="0" sx="74468" sy="74468" algn="ctr"/>
              </a:blipFill>
              <a:ln w="0">
                <a:noFill/>
              </a:ln>
              <a:effectLst>
                <a:outerShdw blurRad="0" dir="2700000" dist="102841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800" spc="-1" strike="noStrike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59" name=""/>
              <p:cNvSpPr/>
              <p:nvPr/>
            </p:nvSpPr>
            <p:spPr>
              <a:xfrm flipV="1" rot="21598800">
                <a:off x="8540280" y="5431320"/>
                <a:ext cx="182520" cy="182520"/>
              </a:xfrm>
              <a:prstGeom prst="ellipse">
                <a:avLst/>
              </a:prstGeom>
              <a:blipFill rotWithShape="0">
                <a:blip r:embed="rId5"/>
                <a:srcRect/>
                <a:tile tx="0" ty="0" sx="74468" sy="74468" algn="ctr"/>
              </a:blipFill>
              <a:ln w="0">
                <a:noFill/>
              </a:ln>
              <a:effectLst>
                <a:outerShdw blurRad="0" dir="2700000" dist="102841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800" spc="-1" strike="noStrike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60" name=""/>
              <p:cNvSpPr/>
              <p:nvPr/>
            </p:nvSpPr>
            <p:spPr>
              <a:xfrm flipV="1" rot="21598800">
                <a:off x="8540280" y="5065200"/>
                <a:ext cx="182520" cy="182520"/>
              </a:xfrm>
              <a:prstGeom prst="ellipse">
                <a:avLst/>
              </a:prstGeom>
              <a:blipFill rotWithShape="0">
                <a:blip r:embed="rId6"/>
                <a:srcRect/>
                <a:tile tx="0" ty="0" sx="74468" sy="74468" algn="ctr"/>
              </a:blipFill>
              <a:ln w="0">
                <a:noFill/>
              </a:ln>
              <a:effectLst>
                <a:outerShdw blurRad="0" dir="2700000" dist="102841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800" spc="-1" strike="noStrike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61" name=""/>
              <p:cNvSpPr/>
              <p:nvPr/>
            </p:nvSpPr>
            <p:spPr>
              <a:xfrm flipV="1" rot="21598800">
                <a:off x="8906040" y="5065200"/>
                <a:ext cx="182520" cy="182520"/>
              </a:xfrm>
              <a:prstGeom prst="ellipse">
                <a:avLst/>
              </a:prstGeom>
              <a:blipFill rotWithShape="0">
                <a:blip r:embed="rId7"/>
                <a:srcRect/>
                <a:tile tx="0" ty="0" sx="74468" sy="74468" algn="ctr"/>
              </a:blipFill>
              <a:ln w="0">
                <a:noFill/>
              </a:ln>
              <a:effectLst>
                <a:outerShdw blurRad="0" dir="2700000" dist="102841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800" spc="-1" strike="noStrike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62" name=""/>
              <p:cNvSpPr/>
              <p:nvPr/>
            </p:nvSpPr>
            <p:spPr>
              <a:xfrm flipV="1" rot="21598800">
                <a:off x="9271800" y="5065560"/>
                <a:ext cx="182520" cy="182520"/>
              </a:xfrm>
              <a:prstGeom prst="ellipse">
                <a:avLst/>
              </a:prstGeom>
              <a:blipFill rotWithShape="0">
                <a:blip r:embed="rId8"/>
                <a:srcRect/>
                <a:tile tx="0" ty="0" sx="74468" sy="74468" algn="ctr"/>
              </a:blipFill>
              <a:ln w="0">
                <a:noFill/>
              </a:ln>
              <a:effectLst>
                <a:outerShdw blurRad="0" dir="2700000" dist="102841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800" spc="-1" strike="noStrike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63" name=""/>
              <p:cNvSpPr/>
              <p:nvPr/>
            </p:nvSpPr>
            <p:spPr>
              <a:xfrm flipV="1" rot="21598800">
                <a:off x="9637920" y="5065200"/>
                <a:ext cx="182520" cy="182520"/>
              </a:xfrm>
              <a:prstGeom prst="ellipse">
                <a:avLst/>
              </a:prstGeom>
              <a:blipFill rotWithShape="0">
                <a:blip r:embed="rId9"/>
                <a:srcRect/>
                <a:tile tx="0" ty="0" sx="74468" sy="74468" algn="ctr"/>
              </a:blipFill>
              <a:ln w="0">
                <a:noFill/>
              </a:ln>
              <a:effectLst>
                <a:outerShdw blurRad="0" dir="2700000" dist="102841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800" spc="-1" strike="noStrike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64" name=""/>
              <p:cNvSpPr/>
              <p:nvPr/>
            </p:nvSpPr>
            <p:spPr>
              <a:xfrm flipV="1" rot="21598800">
                <a:off x="9637560" y="5796720"/>
                <a:ext cx="182520" cy="182520"/>
              </a:xfrm>
              <a:prstGeom prst="ellipse">
                <a:avLst/>
              </a:prstGeom>
              <a:blipFill rotWithShape="0">
                <a:blip r:embed="rId10"/>
                <a:srcRect/>
                <a:tile tx="0" ty="0" sx="74468" sy="74468" algn="ctr"/>
              </a:blipFill>
              <a:ln w="0">
                <a:noFill/>
              </a:ln>
              <a:effectLst>
                <a:outerShdw blurRad="0" dir="2700000" dist="102841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800" spc="-1" strike="noStrike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65" name=""/>
              <p:cNvSpPr/>
              <p:nvPr/>
            </p:nvSpPr>
            <p:spPr>
              <a:xfrm flipV="1" rot="21598800">
                <a:off x="9272160" y="5797080"/>
                <a:ext cx="182520" cy="182520"/>
              </a:xfrm>
              <a:prstGeom prst="ellipse">
                <a:avLst/>
              </a:prstGeom>
              <a:blipFill rotWithShape="0">
                <a:blip r:embed="rId11"/>
                <a:srcRect/>
                <a:tile tx="0" ty="0" sx="74468" sy="74468" algn="ctr"/>
              </a:blipFill>
              <a:ln w="0">
                <a:noFill/>
              </a:ln>
              <a:effectLst>
                <a:outerShdw blurRad="0" dir="2700000" dist="102841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800" spc="-1" strike="noStrike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66" name=""/>
              <p:cNvSpPr/>
              <p:nvPr/>
            </p:nvSpPr>
            <p:spPr>
              <a:xfrm flipV="1" rot="21598800">
                <a:off x="8906040" y="5796720"/>
                <a:ext cx="182520" cy="182520"/>
              </a:xfrm>
              <a:prstGeom prst="ellipse">
                <a:avLst/>
              </a:prstGeom>
              <a:blipFill rotWithShape="0">
                <a:blip r:embed="rId12"/>
                <a:srcRect/>
                <a:tile tx="0" ty="0" sx="74468" sy="74468" algn="ctr"/>
              </a:blipFill>
              <a:ln w="0">
                <a:noFill/>
              </a:ln>
              <a:effectLst>
                <a:outerShdw blurRad="0" dir="2700000" dist="102841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800" spc="-1" strike="noStrike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  <p:sp>
            <p:nvSpPr>
              <p:cNvPr id="67" name=""/>
              <p:cNvSpPr/>
              <p:nvPr/>
            </p:nvSpPr>
            <p:spPr>
              <a:xfrm flipV="1" rot="21598800">
                <a:off x="8540280" y="5796720"/>
                <a:ext cx="182520" cy="182520"/>
              </a:xfrm>
              <a:prstGeom prst="ellipse">
                <a:avLst/>
              </a:prstGeom>
              <a:blipFill rotWithShape="0">
                <a:blip r:embed="rId13"/>
                <a:srcRect/>
                <a:tile tx="0" ty="0" sx="74468" sy="74468" algn="ctr"/>
              </a:blipFill>
              <a:ln w="0">
                <a:noFill/>
              </a:ln>
              <a:effectLst>
                <a:outerShdw blurRad="0" dir="2700000" dist="102841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800" spc="-1" strike="noStrike">
                  <a:solidFill>
                    <a:srgbClr val="000000"/>
                  </a:solidFill>
                  <a:latin typeface="Noto Sans"/>
                  <a:ea typeface="DejaVu Sans"/>
                </a:endParaRPr>
              </a:p>
            </p:txBody>
          </p:sp>
        </p:grpSp>
      </p:grpSp>
      <p:sp>
        <p:nvSpPr>
          <p:cNvPr id="68" name=""/>
          <p:cNvSpPr/>
          <p:nvPr/>
        </p:nvSpPr>
        <p:spPr>
          <a:xfrm>
            <a:off x="1499760" y="1774080"/>
            <a:ext cx="2925720" cy="292572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69" name=""/>
          <p:cNvSpPr/>
          <p:nvPr/>
        </p:nvSpPr>
        <p:spPr>
          <a:xfrm>
            <a:off x="1225080" y="1134360"/>
            <a:ext cx="1188720" cy="118800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70" name=""/>
          <p:cNvSpPr/>
          <p:nvPr/>
        </p:nvSpPr>
        <p:spPr>
          <a:xfrm>
            <a:off x="3420000" y="4242960"/>
            <a:ext cx="639720" cy="63972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>
            <a:off x="4349520" y="792360"/>
            <a:ext cx="5525640" cy="4145040"/>
          </a:xfrm>
          <a:prstGeom prst="rect">
            <a:avLst/>
          </a:prstGeom>
          <a:ln w="0">
            <a:noFill/>
          </a:ln>
        </p:spPr>
      </p:pic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ftr" idx="7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sldNum" idx="8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049EFF-11E4-455C-A05D-FD5F4BC227E3}" type="slidenum">
              <a:rPr b="0" lang="pt-BR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dt" idx="9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16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"/>
          <p:cNvGrpSpPr/>
          <p:nvPr/>
        </p:nvGrpSpPr>
        <p:grpSpPr>
          <a:xfrm>
            <a:off x="7406640" y="3566160"/>
            <a:ext cx="2377080" cy="4297320"/>
            <a:chOff x="7406640" y="3566160"/>
            <a:chExt cx="2377080" cy="4297320"/>
          </a:xfrm>
        </p:grpSpPr>
        <p:sp>
          <p:nvSpPr>
            <p:cNvPr id="80" name=""/>
            <p:cNvSpPr/>
            <p:nvPr/>
          </p:nvSpPr>
          <p:spPr>
            <a:xfrm>
              <a:off x="8138160" y="4754880"/>
              <a:ext cx="456840" cy="2559960"/>
            </a:xfrm>
            <a:prstGeom prst="rect">
              <a:avLst/>
            </a:prstGeom>
            <a:blipFill rotWithShape="0">
              <a:blip r:embed="rId2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8961120" y="3566160"/>
              <a:ext cx="456840" cy="2559960"/>
            </a:xfrm>
            <a:prstGeom prst="rect">
              <a:avLst/>
            </a:prstGeom>
            <a:blipFill rotWithShape="0">
              <a:blip r:embed="rId3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82" name=""/>
            <p:cNvSpPr/>
            <p:nvPr/>
          </p:nvSpPr>
          <p:spPr>
            <a:xfrm>
              <a:off x="8503920" y="5120640"/>
              <a:ext cx="127980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83" name=""/>
            <p:cNvSpPr/>
            <p:nvPr/>
          </p:nvSpPr>
          <p:spPr>
            <a:xfrm>
              <a:off x="8321040" y="530352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8869680" y="548640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85" name=""/>
            <p:cNvSpPr/>
            <p:nvPr/>
          </p:nvSpPr>
          <p:spPr>
            <a:xfrm>
              <a:off x="7406640" y="5303520"/>
              <a:ext cx="456840" cy="2559960"/>
            </a:xfrm>
            <a:prstGeom prst="rect">
              <a:avLst/>
            </a:prstGeom>
            <a:blipFill rotWithShape="0">
              <a:blip r:embed="rId4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sp>
        <p:nvSpPr>
          <p:cNvPr id="86" name=""/>
          <p:cNvSpPr/>
          <p:nvPr/>
        </p:nvSpPr>
        <p:spPr>
          <a:xfrm flipH="1" flipV="1">
            <a:off x="1461600" y="-1555200"/>
            <a:ext cx="456840" cy="2559960"/>
          </a:xfrm>
          <a:prstGeom prst="rect">
            <a:avLst/>
          </a:prstGeom>
          <a:blipFill rotWithShape="0">
            <a:blip r:embed="rId5"/>
            <a:srcRect/>
            <a:tile tx="0" ty="0" sx="74468" sy="74468" algn="ctr"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87" name=""/>
          <p:cNvSpPr/>
          <p:nvPr/>
        </p:nvSpPr>
        <p:spPr>
          <a:xfrm flipH="1" flipV="1">
            <a:off x="638640" y="-365760"/>
            <a:ext cx="456840" cy="2559960"/>
          </a:xfrm>
          <a:prstGeom prst="rect">
            <a:avLst/>
          </a:prstGeom>
          <a:blipFill rotWithShape="0">
            <a:blip r:embed="rId6"/>
            <a:srcRect/>
            <a:tile tx="0" ty="0" sx="74468" sy="74468" algn="ctr"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88" name=""/>
          <p:cNvSpPr/>
          <p:nvPr/>
        </p:nvSpPr>
        <p:spPr>
          <a:xfrm flipH="1" flipV="1">
            <a:off x="273600" y="547920"/>
            <a:ext cx="1279800" cy="91080"/>
          </a:xfrm>
          <a:prstGeom prst="rect">
            <a:avLst/>
          </a:prstGeom>
          <a:solidFill>
            <a:srgbClr val="cccccc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89" name=""/>
          <p:cNvSpPr/>
          <p:nvPr/>
        </p:nvSpPr>
        <p:spPr>
          <a:xfrm flipH="1" flipV="1">
            <a:off x="822240" y="365040"/>
            <a:ext cx="914040" cy="91080"/>
          </a:xfrm>
          <a:prstGeom prst="rect">
            <a:avLst/>
          </a:prstGeom>
          <a:solidFill>
            <a:srgbClr val="cccccc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90" name=""/>
          <p:cNvSpPr/>
          <p:nvPr/>
        </p:nvSpPr>
        <p:spPr>
          <a:xfrm flipH="1" flipV="1">
            <a:off x="273600" y="182160"/>
            <a:ext cx="914040" cy="91080"/>
          </a:xfrm>
          <a:prstGeom prst="rect">
            <a:avLst/>
          </a:prstGeom>
          <a:solidFill>
            <a:srgbClr val="cccccc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91" name=""/>
          <p:cNvSpPr/>
          <p:nvPr/>
        </p:nvSpPr>
        <p:spPr>
          <a:xfrm flipH="1" flipV="1">
            <a:off x="2193840" y="-2103840"/>
            <a:ext cx="456840" cy="2559960"/>
          </a:xfrm>
          <a:prstGeom prst="rect">
            <a:avLst/>
          </a:prstGeom>
          <a:blipFill rotWithShape="0">
            <a:blip r:embed="rId7"/>
            <a:srcRect/>
            <a:tile tx="0" ty="0" sx="74468" sy="74468" algn="ctr"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92" name=""/>
          <p:cNvSpPr/>
          <p:nvPr/>
        </p:nvSpPr>
        <p:spPr>
          <a:xfrm>
            <a:off x="3474720" y="2560320"/>
            <a:ext cx="2742840" cy="2742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ftr" idx="10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sldNum" idx="11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8D7510-943F-4831-B8F3-F7EBE4848FCF}" type="slidenum">
              <a:rPr b="0" lang="pt-BR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dt" idx="12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8"/>
    <p:sldLayoutId id="2147483656" r:id="rId9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"/>
          <p:cNvGrpSpPr/>
          <p:nvPr/>
        </p:nvGrpSpPr>
        <p:grpSpPr>
          <a:xfrm>
            <a:off x="7406640" y="3566160"/>
            <a:ext cx="2377080" cy="4297320"/>
            <a:chOff x="7406640" y="3566160"/>
            <a:chExt cx="2377080" cy="4297320"/>
          </a:xfrm>
        </p:grpSpPr>
        <p:sp>
          <p:nvSpPr>
            <p:cNvPr id="106" name=""/>
            <p:cNvSpPr/>
            <p:nvPr/>
          </p:nvSpPr>
          <p:spPr>
            <a:xfrm>
              <a:off x="8138160" y="4754880"/>
              <a:ext cx="456840" cy="2559960"/>
            </a:xfrm>
            <a:prstGeom prst="rect">
              <a:avLst/>
            </a:prstGeom>
            <a:blipFill rotWithShape="0">
              <a:blip r:embed="rId2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07" name=""/>
            <p:cNvSpPr/>
            <p:nvPr/>
          </p:nvSpPr>
          <p:spPr>
            <a:xfrm>
              <a:off x="8961120" y="3566160"/>
              <a:ext cx="456840" cy="2559960"/>
            </a:xfrm>
            <a:prstGeom prst="rect">
              <a:avLst/>
            </a:prstGeom>
            <a:blipFill rotWithShape="0">
              <a:blip r:embed="rId3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08" name=""/>
            <p:cNvSpPr/>
            <p:nvPr/>
          </p:nvSpPr>
          <p:spPr>
            <a:xfrm>
              <a:off x="8503920" y="5120640"/>
              <a:ext cx="127980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09" name=""/>
            <p:cNvSpPr/>
            <p:nvPr/>
          </p:nvSpPr>
          <p:spPr>
            <a:xfrm>
              <a:off x="8321040" y="530352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10" name=""/>
            <p:cNvSpPr/>
            <p:nvPr/>
          </p:nvSpPr>
          <p:spPr>
            <a:xfrm>
              <a:off x="8869680" y="548640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11" name=""/>
            <p:cNvSpPr/>
            <p:nvPr/>
          </p:nvSpPr>
          <p:spPr>
            <a:xfrm>
              <a:off x="7406640" y="5303520"/>
              <a:ext cx="456840" cy="2559960"/>
            </a:xfrm>
            <a:prstGeom prst="rect">
              <a:avLst/>
            </a:prstGeom>
            <a:blipFill rotWithShape="0">
              <a:blip r:embed="rId4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sp>
        <p:nvSpPr>
          <p:cNvPr id="112" name=""/>
          <p:cNvSpPr/>
          <p:nvPr/>
        </p:nvSpPr>
        <p:spPr>
          <a:xfrm flipH="1" flipV="1">
            <a:off x="1461600" y="-1555200"/>
            <a:ext cx="456840" cy="2559960"/>
          </a:xfrm>
          <a:prstGeom prst="rect">
            <a:avLst/>
          </a:prstGeom>
          <a:blipFill rotWithShape="0">
            <a:blip r:embed="rId5"/>
            <a:srcRect/>
            <a:tile tx="0" ty="0" sx="74468" sy="74468" algn="ctr"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13" name=""/>
          <p:cNvSpPr/>
          <p:nvPr/>
        </p:nvSpPr>
        <p:spPr>
          <a:xfrm flipH="1" flipV="1">
            <a:off x="638640" y="-365760"/>
            <a:ext cx="456840" cy="2559960"/>
          </a:xfrm>
          <a:prstGeom prst="rect">
            <a:avLst/>
          </a:prstGeom>
          <a:blipFill rotWithShape="0">
            <a:blip r:embed="rId6"/>
            <a:srcRect/>
            <a:tile tx="0" ty="0" sx="74468" sy="74468" algn="ctr"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14" name=""/>
          <p:cNvSpPr/>
          <p:nvPr/>
        </p:nvSpPr>
        <p:spPr>
          <a:xfrm flipH="1" flipV="1">
            <a:off x="273600" y="547920"/>
            <a:ext cx="1279800" cy="91080"/>
          </a:xfrm>
          <a:prstGeom prst="rect">
            <a:avLst/>
          </a:prstGeom>
          <a:solidFill>
            <a:srgbClr val="cccccc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15" name=""/>
          <p:cNvSpPr/>
          <p:nvPr/>
        </p:nvSpPr>
        <p:spPr>
          <a:xfrm flipH="1" flipV="1">
            <a:off x="822240" y="365040"/>
            <a:ext cx="914040" cy="91080"/>
          </a:xfrm>
          <a:prstGeom prst="rect">
            <a:avLst/>
          </a:prstGeom>
          <a:solidFill>
            <a:srgbClr val="cccccc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16" name=""/>
          <p:cNvSpPr/>
          <p:nvPr/>
        </p:nvSpPr>
        <p:spPr>
          <a:xfrm flipH="1" flipV="1">
            <a:off x="273600" y="182160"/>
            <a:ext cx="914040" cy="91080"/>
          </a:xfrm>
          <a:prstGeom prst="rect">
            <a:avLst/>
          </a:prstGeom>
          <a:solidFill>
            <a:srgbClr val="cccccc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17" name=""/>
          <p:cNvSpPr/>
          <p:nvPr/>
        </p:nvSpPr>
        <p:spPr>
          <a:xfrm flipH="1" flipV="1">
            <a:off x="2193840" y="-2103840"/>
            <a:ext cx="456840" cy="2559960"/>
          </a:xfrm>
          <a:prstGeom prst="rect">
            <a:avLst/>
          </a:prstGeom>
          <a:blipFill rotWithShape="0">
            <a:blip r:embed="rId7"/>
            <a:srcRect/>
            <a:tile tx="0" ty="0" sx="74468" sy="74468" algn="ctr"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18" name=""/>
          <p:cNvSpPr/>
          <p:nvPr/>
        </p:nvSpPr>
        <p:spPr>
          <a:xfrm>
            <a:off x="3474720" y="2560320"/>
            <a:ext cx="2742840" cy="2742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5116680" y="18000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body"/>
          </p:nvPr>
        </p:nvSpPr>
        <p:spPr>
          <a:xfrm>
            <a:off x="468000" y="3517560"/>
            <a:ext cx="907164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 type="ftr" idx="13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 type="sldNum" idx="14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6FB14D-9A96-401E-A815-53C9066F126F}" type="slidenum">
              <a:rPr b="0" lang="pt-BR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 type="dt" idx="15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8" r:id="rId8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>
            <a:off x="822960" y="2468880"/>
            <a:ext cx="1462680" cy="146268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blurRad="0" dir="2700000" dist="102841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31" name=""/>
          <p:cNvSpPr/>
          <p:nvPr/>
        </p:nvSpPr>
        <p:spPr>
          <a:xfrm>
            <a:off x="4480560" y="1554480"/>
            <a:ext cx="1462680" cy="146268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blurRad="0" dir="2700000" dist="102841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32" name=""/>
          <p:cNvSpPr/>
          <p:nvPr/>
        </p:nvSpPr>
        <p:spPr>
          <a:xfrm>
            <a:off x="6583680" y="3108960"/>
            <a:ext cx="1462680" cy="146268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blurRad="0" dir="2700000" dist="102841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33" name=""/>
          <p:cNvSpPr/>
          <p:nvPr/>
        </p:nvSpPr>
        <p:spPr>
          <a:xfrm>
            <a:off x="1554480" y="4114800"/>
            <a:ext cx="914040" cy="657000"/>
          </a:xfrm>
          <a:custGeom>
            <a:avLst/>
            <a:gdLst>
              <a:gd name="textAreaLeft" fmla="*/ 0 w 914040"/>
              <a:gd name="textAreaRight" fmla="*/ 914400 w 914040"/>
              <a:gd name="textAreaTop" fmla="*/ 0 h 657000"/>
              <a:gd name="textAreaBottom" fmla="*/ 657360 h 657000"/>
            </a:gdLst>
            <a:ahLst/>
            <a:rect l="textAreaLeft" t="textAreaTop" r="textAreaRight" b="textAreaBottom"/>
            <a:pathLst>
              <a:path fill="none" w="2540" h="1826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34" name=""/>
          <p:cNvSpPr/>
          <p:nvPr/>
        </p:nvSpPr>
        <p:spPr>
          <a:xfrm>
            <a:off x="3657600" y="1188720"/>
            <a:ext cx="822600" cy="639720"/>
          </a:xfrm>
          <a:custGeom>
            <a:avLst/>
            <a:gdLst>
              <a:gd name="textAreaLeft" fmla="*/ 0 w 822600"/>
              <a:gd name="textAreaRight" fmla="*/ 822960 w 822600"/>
              <a:gd name="textAreaTop" fmla="*/ 0 h 639720"/>
              <a:gd name="textAreaBottom" fmla="*/ 640080 h 639720"/>
            </a:gdLst>
            <a:ahLst/>
            <a:rect l="textAreaLeft" t="textAreaTop" r="textAreaRight" b="textAreaBottom"/>
            <a:pathLst>
              <a:path fill="none" w="2286" h="1778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35" name=""/>
          <p:cNvSpPr/>
          <p:nvPr/>
        </p:nvSpPr>
        <p:spPr>
          <a:xfrm>
            <a:off x="7955280" y="2011680"/>
            <a:ext cx="1463760" cy="1188360"/>
          </a:xfrm>
          <a:custGeom>
            <a:avLst/>
            <a:gdLst>
              <a:gd name="textAreaLeft" fmla="*/ 0 w 1463760"/>
              <a:gd name="textAreaRight" fmla="*/ 1464120 w 1463760"/>
              <a:gd name="textAreaTop" fmla="*/ 0 h 1188360"/>
              <a:gd name="textAreaBottom" fmla="*/ 1188720 h 1188360"/>
            </a:gdLst>
            <a:ahLst/>
            <a:rect l="textAreaLeft" t="textAreaTop" r="textAreaRight" b="textAreaBottom"/>
            <a:pathLst>
              <a:path fill="none" w="4067" h="3302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36" name=""/>
          <p:cNvSpPr/>
          <p:nvPr/>
        </p:nvSpPr>
        <p:spPr>
          <a:xfrm>
            <a:off x="2468880" y="822960"/>
            <a:ext cx="1410120" cy="1371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37" name=""/>
          <p:cNvSpPr/>
          <p:nvPr/>
        </p:nvSpPr>
        <p:spPr>
          <a:xfrm>
            <a:off x="3931920" y="466344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38" name=""/>
          <p:cNvSpPr/>
          <p:nvPr/>
        </p:nvSpPr>
        <p:spPr>
          <a:xfrm>
            <a:off x="8412480" y="1280160"/>
            <a:ext cx="1096920" cy="10054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ftr" idx="16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 type="sldNum" idx="17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964338-B394-4FF2-B4D7-4DE5C9C4E376}" type="slidenum">
              <a:rPr b="0" lang="pt-BR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PlaceHolder 5"/>
          <p:cNvSpPr>
            <a:spLocks noGrp="1"/>
          </p:cNvSpPr>
          <p:nvPr>
            <p:ph type="dt" idx="18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"/>
          <p:cNvSpPr/>
          <p:nvPr/>
        </p:nvSpPr>
        <p:spPr>
          <a:xfrm>
            <a:off x="822960" y="2468880"/>
            <a:ext cx="1462680" cy="146268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blurRad="0" dir="2700000" dist="102841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47" name=""/>
          <p:cNvSpPr/>
          <p:nvPr/>
        </p:nvSpPr>
        <p:spPr>
          <a:xfrm>
            <a:off x="4480560" y="1554480"/>
            <a:ext cx="1462680" cy="146268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blurRad="0" dir="2700000" dist="102841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48" name=""/>
          <p:cNvSpPr/>
          <p:nvPr/>
        </p:nvSpPr>
        <p:spPr>
          <a:xfrm>
            <a:off x="6583680" y="3108960"/>
            <a:ext cx="1462680" cy="146268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blurRad="0" dir="2700000" dist="102841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49" name=""/>
          <p:cNvSpPr/>
          <p:nvPr/>
        </p:nvSpPr>
        <p:spPr>
          <a:xfrm>
            <a:off x="1554480" y="4114800"/>
            <a:ext cx="914040" cy="657000"/>
          </a:xfrm>
          <a:custGeom>
            <a:avLst/>
            <a:gdLst>
              <a:gd name="textAreaLeft" fmla="*/ 0 w 914040"/>
              <a:gd name="textAreaRight" fmla="*/ 914400 w 914040"/>
              <a:gd name="textAreaTop" fmla="*/ 0 h 657000"/>
              <a:gd name="textAreaBottom" fmla="*/ 657360 h 657000"/>
            </a:gdLst>
            <a:ahLst/>
            <a:rect l="textAreaLeft" t="textAreaTop" r="textAreaRight" b="textAreaBottom"/>
            <a:pathLst>
              <a:path fill="none" w="2540" h="1826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50" name=""/>
          <p:cNvSpPr/>
          <p:nvPr/>
        </p:nvSpPr>
        <p:spPr>
          <a:xfrm>
            <a:off x="3657600" y="1188720"/>
            <a:ext cx="822600" cy="639720"/>
          </a:xfrm>
          <a:custGeom>
            <a:avLst/>
            <a:gdLst>
              <a:gd name="textAreaLeft" fmla="*/ 0 w 822600"/>
              <a:gd name="textAreaRight" fmla="*/ 822960 w 822600"/>
              <a:gd name="textAreaTop" fmla="*/ 0 h 639720"/>
              <a:gd name="textAreaBottom" fmla="*/ 640080 h 639720"/>
            </a:gdLst>
            <a:ahLst/>
            <a:rect l="textAreaLeft" t="textAreaTop" r="textAreaRight" b="textAreaBottom"/>
            <a:pathLst>
              <a:path fill="none" w="2286" h="1778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51" name=""/>
          <p:cNvSpPr/>
          <p:nvPr/>
        </p:nvSpPr>
        <p:spPr>
          <a:xfrm>
            <a:off x="7955280" y="2011680"/>
            <a:ext cx="1463760" cy="1188360"/>
          </a:xfrm>
          <a:custGeom>
            <a:avLst/>
            <a:gdLst>
              <a:gd name="textAreaLeft" fmla="*/ 0 w 1463760"/>
              <a:gd name="textAreaRight" fmla="*/ 1464120 w 1463760"/>
              <a:gd name="textAreaTop" fmla="*/ 0 h 1188360"/>
              <a:gd name="textAreaBottom" fmla="*/ 1188720 h 1188360"/>
            </a:gdLst>
            <a:ahLst/>
            <a:rect l="textAreaLeft" t="textAreaTop" r="textAreaRight" b="textAreaBottom"/>
            <a:pathLst>
              <a:path fill="none" w="4067" h="3302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52" name=""/>
          <p:cNvSpPr/>
          <p:nvPr/>
        </p:nvSpPr>
        <p:spPr>
          <a:xfrm>
            <a:off x="2468880" y="822960"/>
            <a:ext cx="1410120" cy="1371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53" name=""/>
          <p:cNvSpPr/>
          <p:nvPr/>
        </p:nvSpPr>
        <p:spPr>
          <a:xfrm>
            <a:off x="3931920" y="466344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54" name=""/>
          <p:cNvSpPr/>
          <p:nvPr/>
        </p:nvSpPr>
        <p:spPr>
          <a:xfrm>
            <a:off x="8412480" y="1280160"/>
            <a:ext cx="1096920" cy="10054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55" name="PlaceHolder 1"/>
          <p:cNvSpPr>
            <a:spLocks noGrp="1"/>
          </p:cNvSpPr>
          <p:nvPr>
            <p:ph type="ftr" idx="19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sldNum" idx="20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988653-8A1E-4EFD-9274-0E203054F0CB}" type="slidenum">
              <a:rPr b="0" lang="pt-BR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dt" idx="21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"/>
          <p:cNvSpPr/>
          <p:nvPr/>
        </p:nvSpPr>
        <p:spPr>
          <a:xfrm>
            <a:off x="2103480" y="3658320"/>
            <a:ext cx="164556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59" name=""/>
          <p:cNvSpPr/>
          <p:nvPr/>
        </p:nvSpPr>
        <p:spPr>
          <a:xfrm>
            <a:off x="823320" y="-27324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60" name=""/>
          <p:cNvSpPr/>
          <p:nvPr/>
        </p:nvSpPr>
        <p:spPr>
          <a:xfrm>
            <a:off x="7955640" y="310968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61" name=""/>
          <p:cNvSpPr/>
          <p:nvPr/>
        </p:nvSpPr>
        <p:spPr>
          <a:xfrm>
            <a:off x="9601560" y="915120"/>
            <a:ext cx="164556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grpSp>
        <p:nvGrpSpPr>
          <p:cNvPr id="162" name=""/>
          <p:cNvGrpSpPr/>
          <p:nvPr/>
        </p:nvGrpSpPr>
        <p:grpSpPr>
          <a:xfrm>
            <a:off x="3917880" y="1135800"/>
            <a:ext cx="2433240" cy="4338720"/>
            <a:chOff x="3917880" y="1135800"/>
            <a:chExt cx="2433240" cy="4338720"/>
          </a:xfrm>
        </p:grpSpPr>
        <p:sp>
          <p:nvSpPr>
            <p:cNvPr id="163" name=""/>
            <p:cNvSpPr/>
            <p:nvPr/>
          </p:nvSpPr>
          <p:spPr>
            <a:xfrm flipH="1" flipV="1" rot="5330400">
              <a:off x="4853160" y="373860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64" name=""/>
            <p:cNvSpPr/>
            <p:nvPr/>
          </p:nvSpPr>
          <p:spPr>
            <a:xfrm flipH="1" flipV="1" rot="5330400">
              <a:off x="4022640" y="270036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65" name=""/>
            <p:cNvSpPr/>
            <p:nvPr/>
          </p:nvSpPr>
          <p:spPr>
            <a:xfrm flipH="1" flipV="1" rot="5330400">
              <a:off x="4919760" y="243612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66" name=""/>
            <p:cNvSpPr/>
            <p:nvPr/>
          </p:nvSpPr>
          <p:spPr>
            <a:xfrm flipH="1" flipV="1" rot="5330400">
              <a:off x="3976560" y="134244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67" name=""/>
            <p:cNvSpPr/>
            <p:nvPr/>
          </p:nvSpPr>
          <p:spPr>
            <a:xfrm flipH="1" flipV="1" rot="5330400">
              <a:off x="4910760" y="110448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68" name=""/>
            <p:cNvSpPr/>
            <p:nvPr/>
          </p:nvSpPr>
          <p:spPr>
            <a:xfrm flipH="1" flipV="1" rot="5330400">
              <a:off x="4031280" y="404280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ftr" idx="22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sldNum" idx="23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CBA00E9-B25E-454B-98D0-890235DC636F}" type="slidenum">
              <a:rPr b="0" lang="pt-BR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 type="dt" idx="24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"/>
          <p:cNvSpPr/>
          <p:nvPr/>
        </p:nvSpPr>
        <p:spPr>
          <a:xfrm>
            <a:off x="2103480" y="3658320"/>
            <a:ext cx="164556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77" name=""/>
          <p:cNvSpPr/>
          <p:nvPr/>
        </p:nvSpPr>
        <p:spPr>
          <a:xfrm>
            <a:off x="823320" y="-27324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78" name=""/>
          <p:cNvSpPr/>
          <p:nvPr/>
        </p:nvSpPr>
        <p:spPr>
          <a:xfrm>
            <a:off x="7955640" y="310968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79" name=""/>
          <p:cNvSpPr/>
          <p:nvPr/>
        </p:nvSpPr>
        <p:spPr>
          <a:xfrm>
            <a:off x="9601560" y="915120"/>
            <a:ext cx="164556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grpSp>
        <p:nvGrpSpPr>
          <p:cNvPr id="180" name=""/>
          <p:cNvGrpSpPr/>
          <p:nvPr/>
        </p:nvGrpSpPr>
        <p:grpSpPr>
          <a:xfrm>
            <a:off x="3917880" y="1135800"/>
            <a:ext cx="2433240" cy="4338720"/>
            <a:chOff x="3917880" y="1135800"/>
            <a:chExt cx="2433240" cy="4338720"/>
          </a:xfrm>
        </p:grpSpPr>
        <p:sp>
          <p:nvSpPr>
            <p:cNvPr id="181" name=""/>
            <p:cNvSpPr/>
            <p:nvPr/>
          </p:nvSpPr>
          <p:spPr>
            <a:xfrm flipH="1" flipV="1" rot="5330400">
              <a:off x="4853160" y="373860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82" name=""/>
            <p:cNvSpPr/>
            <p:nvPr/>
          </p:nvSpPr>
          <p:spPr>
            <a:xfrm flipH="1" flipV="1" rot="5330400">
              <a:off x="4022640" y="270036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83" name=""/>
            <p:cNvSpPr/>
            <p:nvPr/>
          </p:nvSpPr>
          <p:spPr>
            <a:xfrm flipH="1" flipV="1" rot="5330400">
              <a:off x="4919760" y="243612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184" name=""/>
            <p:cNvSpPr/>
            <p:nvPr/>
          </p:nvSpPr>
          <p:spPr>
            <a:xfrm flipH="1" flipV="1" rot="5330400">
              <a:off x="3976560" y="134244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85" name=""/>
            <p:cNvSpPr/>
            <p:nvPr/>
          </p:nvSpPr>
          <p:spPr>
            <a:xfrm flipH="1" flipV="1" rot="5330400">
              <a:off x="4910760" y="110448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186" name=""/>
            <p:cNvSpPr/>
            <p:nvPr/>
          </p:nvSpPr>
          <p:spPr>
            <a:xfrm flipH="1" flipV="1" rot="5330400">
              <a:off x="4031280" y="404280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sp>
        <p:nvSpPr>
          <p:cNvPr id="187" name="PlaceHolder 1"/>
          <p:cNvSpPr>
            <a:spLocks noGrp="1"/>
          </p:cNvSpPr>
          <p:nvPr>
            <p:ph type="ftr" idx="25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sldNum" idx="26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4E22A4-DF41-4610-8C1C-4307D71770B6}" type="slidenum">
              <a:rPr b="0" lang="pt-BR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dt" idx="27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"/>
          <p:cNvSpPr/>
          <p:nvPr/>
        </p:nvSpPr>
        <p:spPr>
          <a:xfrm>
            <a:off x="6771960" y="130032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91" name=""/>
          <p:cNvSpPr/>
          <p:nvPr/>
        </p:nvSpPr>
        <p:spPr>
          <a:xfrm>
            <a:off x="5813280" y="385488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92" name=""/>
          <p:cNvSpPr/>
          <p:nvPr/>
        </p:nvSpPr>
        <p:spPr>
          <a:xfrm>
            <a:off x="7589520" y="256032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93" name=""/>
          <p:cNvSpPr/>
          <p:nvPr/>
        </p:nvSpPr>
        <p:spPr>
          <a:xfrm>
            <a:off x="3200400" y="73152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94" name=""/>
          <p:cNvSpPr/>
          <p:nvPr/>
        </p:nvSpPr>
        <p:spPr>
          <a:xfrm>
            <a:off x="1424160" y="348912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195" name=""/>
          <p:cNvSpPr/>
          <p:nvPr/>
        </p:nvSpPr>
        <p:spPr>
          <a:xfrm>
            <a:off x="700920" y="1900080"/>
            <a:ext cx="1401840" cy="1848600"/>
          </a:xfrm>
          <a:custGeom>
            <a:avLst/>
            <a:gdLst>
              <a:gd name="textAreaLeft" fmla="*/ 0 w 1401840"/>
              <a:gd name="textAreaRight" fmla="*/ 1402200 w 1401840"/>
              <a:gd name="textAreaTop" fmla="*/ 0 h 1848600"/>
              <a:gd name="textAreaBottom" fmla="*/ 1848960 h 1848600"/>
            </a:gdLst>
            <a:ahLst/>
            <a:rect l="textAreaLeft" t="textAreaTop" r="textAreaRight" b="textAreaBottom"/>
            <a:pathLst>
              <a:path fill="none" w="3895" h="5136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96" name=""/>
          <p:cNvSpPr/>
          <p:nvPr/>
        </p:nvSpPr>
        <p:spPr>
          <a:xfrm>
            <a:off x="3931920" y="2011680"/>
            <a:ext cx="975600" cy="1371240"/>
          </a:xfrm>
          <a:custGeom>
            <a:avLst/>
            <a:gdLst>
              <a:gd name="textAreaLeft" fmla="*/ 0 w 975600"/>
              <a:gd name="textAreaRight" fmla="*/ 975960 w 975600"/>
              <a:gd name="textAreaTop" fmla="*/ 0 h 1371240"/>
              <a:gd name="textAreaBottom" fmla="*/ 1371600 h 1371240"/>
            </a:gdLst>
            <a:ahLst/>
            <a:rect l="textAreaLeft" t="textAreaTop" r="textAreaRight" b="textAreaBottom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97" name=""/>
          <p:cNvSpPr/>
          <p:nvPr/>
        </p:nvSpPr>
        <p:spPr>
          <a:xfrm>
            <a:off x="7724880" y="2103120"/>
            <a:ext cx="778680" cy="1462680"/>
          </a:xfrm>
          <a:custGeom>
            <a:avLst/>
            <a:gdLst>
              <a:gd name="textAreaLeft" fmla="*/ 0 w 778680"/>
              <a:gd name="textAreaRight" fmla="*/ 779040 w 778680"/>
              <a:gd name="textAreaTop" fmla="*/ 0 h 1462680"/>
              <a:gd name="textAreaBottom" fmla="*/ 1463040 h 1462680"/>
            </a:gdLst>
            <a:ahLst/>
            <a:rect l="textAreaLeft" t="textAreaTop" r="textAreaRight" b="textAreaBottom"/>
            <a:pathLst>
              <a:path fill="none" w="2164" h="4064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98" name=""/>
          <p:cNvSpPr/>
          <p:nvPr/>
        </p:nvSpPr>
        <p:spPr>
          <a:xfrm>
            <a:off x="1424160" y="475488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199" name=""/>
          <p:cNvSpPr/>
          <p:nvPr/>
        </p:nvSpPr>
        <p:spPr>
          <a:xfrm>
            <a:off x="2887200" y="130032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ftr" idx="28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sldNum" idx="29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03AB6A-DDED-4D98-9AA4-CCF7FE496ADB}" type="slidenum">
              <a:rPr b="0" lang="pt-BR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dt" idx="30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"/>
          <p:cNvSpPr/>
          <p:nvPr/>
        </p:nvSpPr>
        <p:spPr>
          <a:xfrm>
            <a:off x="6771960" y="130032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208" name=""/>
          <p:cNvSpPr/>
          <p:nvPr/>
        </p:nvSpPr>
        <p:spPr>
          <a:xfrm>
            <a:off x="5813280" y="385488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209" name=""/>
          <p:cNvSpPr/>
          <p:nvPr/>
        </p:nvSpPr>
        <p:spPr>
          <a:xfrm>
            <a:off x="7589520" y="256032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210" name=""/>
          <p:cNvSpPr/>
          <p:nvPr/>
        </p:nvSpPr>
        <p:spPr>
          <a:xfrm>
            <a:off x="3200400" y="73152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211" name=""/>
          <p:cNvSpPr/>
          <p:nvPr/>
        </p:nvSpPr>
        <p:spPr>
          <a:xfrm>
            <a:off x="1424160" y="348912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212" name=""/>
          <p:cNvSpPr/>
          <p:nvPr/>
        </p:nvSpPr>
        <p:spPr>
          <a:xfrm>
            <a:off x="700920" y="1900080"/>
            <a:ext cx="1401840" cy="1848600"/>
          </a:xfrm>
          <a:custGeom>
            <a:avLst/>
            <a:gdLst>
              <a:gd name="textAreaLeft" fmla="*/ 0 w 1401840"/>
              <a:gd name="textAreaRight" fmla="*/ 1402200 w 1401840"/>
              <a:gd name="textAreaTop" fmla="*/ 0 h 1848600"/>
              <a:gd name="textAreaBottom" fmla="*/ 1848960 h 1848600"/>
            </a:gdLst>
            <a:ahLst/>
            <a:rect l="textAreaLeft" t="textAreaTop" r="textAreaRight" b="textAreaBottom"/>
            <a:pathLst>
              <a:path fill="none" w="3895" h="5136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13" name=""/>
          <p:cNvSpPr/>
          <p:nvPr/>
        </p:nvSpPr>
        <p:spPr>
          <a:xfrm>
            <a:off x="3931920" y="2011680"/>
            <a:ext cx="975600" cy="1371240"/>
          </a:xfrm>
          <a:custGeom>
            <a:avLst/>
            <a:gdLst>
              <a:gd name="textAreaLeft" fmla="*/ 0 w 975600"/>
              <a:gd name="textAreaRight" fmla="*/ 975960 w 975600"/>
              <a:gd name="textAreaTop" fmla="*/ 0 h 1371240"/>
              <a:gd name="textAreaBottom" fmla="*/ 1371600 h 1371240"/>
            </a:gdLst>
            <a:ahLst/>
            <a:rect l="textAreaLeft" t="textAreaTop" r="textAreaRight" b="textAreaBottom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14" name=""/>
          <p:cNvSpPr/>
          <p:nvPr/>
        </p:nvSpPr>
        <p:spPr>
          <a:xfrm>
            <a:off x="7724880" y="2103120"/>
            <a:ext cx="778680" cy="1462680"/>
          </a:xfrm>
          <a:custGeom>
            <a:avLst/>
            <a:gdLst>
              <a:gd name="textAreaLeft" fmla="*/ 0 w 778680"/>
              <a:gd name="textAreaRight" fmla="*/ 779040 w 778680"/>
              <a:gd name="textAreaTop" fmla="*/ 0 h 1462680"/>
              <a:gd name="textAreaBottom" fmla="*/ 1463040 h 1462680"/>
            </a:gdLst>
            <a:ahLst/>
            <a:rect l="textAreaLeft" t="textAreaTop" r="textAreaRight" b="textAreaBottom"/>
            <a:pathLst>
              <a:path fill="none" w="2164" h="4064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15" name=""/>
          <p:cNvSpPr/>
          <p:nvPr/>
        </p:nvSpPr>
        <p:spPr>
          <a:xfrm>
            <a:off x="1424160" y="475488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216" name=""/>
          <p:cNvSpPr/>
          <p:nvPr/>
        </p:nvSpPr>
        <p:spPr>
          <a:xfrm>
            <a:off x="2887200" y="130032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217" name="PlaceHolder 1"/>
          <p:cNvSpPr>
            <a:spLocks noGrp="1"/>
          </p:cNvSpPr>
          <p:nvPr>
            <p:ph type="ftr" idx="31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sldNum" idx="32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824888-450D-4F54-A458-417F883DD9D7}" type="slidenum">
              <a:rPr b="0" lang="pt-BR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dt" idx="33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"/>
          <p:cNvGrpSpPr/>
          <p:nvPr/>
        </p:nvGrpSpPr>
        <p:grpSpPr>
          <a:xfrm>
            <a:off x="2982960" y="1585440"/>
            <a:ext cx="5982120" cy="3149640"/>
            <a:chOff x="2982960" y="1585440"/>
            <a:chExt cx="5982120" cy="3149640"/>
          </a:xfrm>
        </p:grpSpPr>
        <p:sp>
          <p:nvSpPr>
            <p:cNvPr id="221" name=""/>
            <p:cNvSpPr/>
            <p:nvPr/>
          </p:nvSpPr>
          <p:spPr>
            <a:xfrm>
              <a:off x="3570480" y="1888200"/>
              <a:ext cx="4926960" cy="262296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22" name=""/>
            <p:cNvSpPr/>
            <p:nvPr/>
          </p:nvSpPr>
          <p:spPr>
            <a:xfrm>
              <a:off x="3763800" y="1585440"/>
              <a:ext cx="4926960" cy="2622960"/>
            </a:xfrm>
            <a:prstGeom prst="rect">
              <a:avLst/>
            </a:prstGeom>
            <a:noFill/>
            <a:ln w="18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9000" rIns="99000" tIns="54000" bIns="54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23" name=""/>
            <p:cNvSpPr/>
            <p:nvPr/>
          </p:nvSpPr>
          <p:spPr>
            <a:xfrm>
              <a:off x="3844800" y="1768320"/>
              <a:ext cx="1096920" cy="147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pt-BR" sz="8000" spc="-1" strike="noStrike">
                  <a:solidFill>
                    <a:srgbClr val="000000"/>
                  </a:solidFill>
                  <a:latin typeface="Noto Sans"/>
                </a:rPr>
                <a:t>“</a:t>
              </a:r>
              <a:endParaRPr b="0" lang="pt-BR" sz="8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4" name=""/>
            <p:cNvSpPr/>
            <p:nvPr/>
          </p:nvSpPr>
          <p:spPr>
            <a:xfrm>
              <a:off x="7868160" y="3399840"/>
              <a:ext cx="1096920" cy="133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pt-BR" sz="7200" spc="-1" strike="noStrike">
                  <a:solidFill>
                    <a:srgbClr val="000000"/>
                  </a:solidFill>
                  <a:latin typeface="Noto Sans"/>
                </a:rPr>
                <a:t>”</a:t>
              </a:r>
              <a:endParaRPr b="0" lang="pt-BR" sz="7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" name=""/>
            <p:cNvSpPr/>
            <p:nvPr/>
          </p:nvSpPr>
          <p:spPr>
            <a:xfrm>
              <a:off x="2982960" y="4117320"/>
              <a:ext cx="1044360" cy="302400"/>
            </a:xfrm>
            <a:prstGeom prst="rect">
              <a:avLst/>
            </a:prstGeom>
            <a:pattFill prst="wdUpDiag">
              <a:fgClr>
                <a:srgbClr val="000000"/>
              </a:fgClr>
              <a:bgClr>
                <a:srgbClr val="ffffff">
                  <a:alpha val="0"/>
                </a:srgbClr>
              </a:bgClr>
            </a:patt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grpSp>
        <p:nvGrpSpPr>
          <p:cNvPr id="226" name=""/>
          <p:cNvGrpSpPr/>
          <p:nvPr/>
        </p:nvGrpSpPr>
        <p:grpSpPr>
          <a:xfrm>
            <a:off x="-2093400" y="-402120"/>
            <a:ext cx="4945680" cy="8521200"/>
            <a:chOff x="-2093400" y="-402120"/>
            <a:chExt cx="4945680" cy="8521200"/>
          </a:xfrm>
        </p:grpSpPr>
        <p:sp>
          <p:nvSpPr>
            <p:cNvPr id="227" name=""/>
            <p:cNvSpPr/>
            <p:nvPr/>
          </p:nvSpPr>
          <p:spPr>
            <a:xfrm>
              <a:off x="-893160" y="44866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28" name=""/>
            <p:cNvSpPr/>
            <p:nvPr/>
          </p:nvSpPr>
          <p:spPr>
            <a:xfrm rot="5358000">
              <a:off x="-896760" y="515304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29" name=""/>
            <p:cNvSpPr/>
            <p:nvPr/>
          </p:nvSpPr>
          <p:spPr>
            <a:xfrm>
              <a:off x="-228960" y="51616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f8f9fa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30" name=""/>
            <p:cNvSpPr/>
            <p:nvPr/>
          </p:nvSpPr>
          <p:spPr>
            <a:xfrm rot="5358000">
              <a:off x="-219600" y="4488840"/>
              <a:ext cx="1068120" cy="766080"/>
            </a:xfrm>
            <a:custGeom>
              <a:avLst/>
              <a:gdLst>
                <a:gd name="textAreaLeft" fmla="*/ 276840 w 1068120"/>
                <a:gd name="textAreaRight" fmla="*/ 791640 w 106812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31" name=""/>
            <p:cNvSpPr/>
            <p:nvPr/>
          </p:nvSpPr>
          <p:spPr>
            <a:xfrm>
              <a:off x="-228960" y="38260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2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32" name=""/>
            <p:cNvSpPr/>
            <p:nvPr/>
          </p:nvSpPr>
          <p:spPr>
            <a:xfrm rot="5358000">
              <a:off x="-1585440" y="449424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33" name=""/>
            <p:cNvSpPr/>
            <p:nvPr/>
          </p:nvSpPr>
          <p:spPr>
            <a:xfrm rot="5358000">
              <a:off x="-2237760" y="517032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34" name=""/>
            <p:cNvSpPr/>
            <p:nvPr/>
          </p:nvSpPr>
          <p:spPr>
            <a:xfrm rot="5358000">
              <a:off x="-896400" y="382104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35" name=""/>
            <p:cNvSpPr/>
            <p:nvPr/>
          </p:nvSpPr>
          <p:spPr>
            <a:xfrm rot="5358000">
              <a:off x="-221400" y="315432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36" name=""/>
            <p:cNvSpPr/>
            <p:nvPr/>
          </p:nvSpPr>
          <p:spPr>
            <a:xfrm>
              <a:off x="455040" y="44776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37" name=""/>
            <p:cNvSpPr/>
            <p:nvPr/>
          </p:nvSpPr>
          <p:spPr>
            <a:xfrm rot="5358000">
              <a:off x="470880" y="382104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38" name=""/>
            <p:cNvSpPr/>
            <p:nvPr/>
          </p:nvSpPr>
          <p:spPr>
            <a:xfrm>
              <a:off x="1158840" y="51706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39" name=""/>
            <p:cNvSpPr/>
            <p:nvPr/>
          </p:nvSpPr>
          <p:spPr>
            <a:xfrm>
              <a:off x="-1561680" y="516276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40" name=""/>
            <p:cNvSpPr/>
            <p:nvPr/>
          </p:nvSpPr>
          <p:spPr>
            <a:xfrm rot="5358000">
              <a:off x="461880" y="517032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41" name=""/>
            <p:cNvSpPr/>
            <p:nvPr/>
          </p:nvSpPr>
          <p:spPr>
            <a:xfrm flipH="1" rot="16242000">
              <a:off x="-231840" y="1793520"/>
              <a:ext cx="1068480" cy="766080"/>
            </a:xfrm>
            <a:custGeom>
              <a:avLst/>
              <a:gdLst>
                <a:gd name="textAreaLeft" fmla="*/ 276840 w 1068480"/>
                <a:gd name="textAreaRight" fmla="*/ 79164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212529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42" name=""/>
            <p:cNvSpPr/>
            <p:nvPr/>
          </p:nvSpPr>
          <p:spPr>
            <a:xfrm flipH="1" rot="16242000">
              <a:off x="419760" y="2469600"/>
              <a:ext cx="1068480" cy="766080"/>
            </a:xfrm>
            <a:custGeom>
              <a:avLst/>
              <a:gdLst>
                <a:gd name="textAreaLeft" fmla="*/ 276840 w 1068480"/>
                <a:gd name="textAreaRight" fmla="*/ 79164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43" name=""/>
            <p:cNvSpPr/>
            <p:nvPr/>
          </p:nvSpPr>
          <p:spPr>
            <a:xfrm flipH="1">
              <a:off x="-246600" y="2462040"/>
              <a:ext cx="1072800" cy="766080"/>
            </a:xfrm>
            <a:custGeom>
              <a:avLst/>
              <a:gdLst>
                <a:gd name="textAreaLeft" fmla="*/ 278640 w 1072800"/>
                <a:gd name="textAreaRight" fmla="*/ 79524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44" name=""/>
            <p:cNvSpPr/>
            <p:nvPr/>
          </p:nvSpPr>
          <p:spPr>
            <a:xfrm>
              <a:off x="1107720" y="11350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45" name=""/>
            <p:cNvSpPr/>
            <p:nvPr/>
          </p:nvSpPr>
          <p:spPr>
            <a:xfrm rot="5358000">
              <a:off x="1103400" y="180144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46" name=""/>
            <p:cNvSpPr/>
            <p:nvPr/>
          </p:nvSpPr>
          <p:spPr>
            <a:xfrm rot="5358000">
              <a:off x="414720" y="114264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4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47" name=""/>
            <p:cNvSpPr/>
            <p:nvPr/>
          </p:nvSpPr>
          <p:spPr>
            <a:xfrm>
              <a:off x="439200" y="181116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48" name=""/>
            <p:cNvSpPr/>
            <p:nvPr/>
          </p:nvSpPr>
          <p:spPr>
            <a:xfrm>
              <a:off x="423720" y="4510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49" name=""/>
            <p:cNvSpPr/>
            <p:nvPr/>
          </p:nvSpPr>
          <p:spPr>
            <a:xfrm rot="5358000">
              <a:off x="-245880" y="43848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50" name=""/>
            <p:cNvSpPr/>
            <p:nvPr/>
          </p:nvSpPr>
          <p:spPr>
            <a:xfrm rot="5358000">
              <a:off x="435240" y="-24624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51" name=""/>
            <p:cNvSpPr/>
            <p:nvPr/>
          </p:nvSpPr>
          <p:spPr>
            <a:xfrm>
              <a:off x="1779480" y="179460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52" name=""/>
            <p:cNvSpPr/>
            <p:nvPr/>
          </p:nvSpPr>
          <p:spPr>
            <a:xfrm>
              <a:off x="1106280" y="-25704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5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53" name=""/>
            <p:cNvSpPr/>
            <p:nvPr/>
          </p:nvSpPr>
          <p:spPr>
            <a:xfrm>
              <a:off x="-908280" y="179064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6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54" name=""/>
            <p:cNvSpPr/>
            <p:nvPr/>
          </p:nvSpPr>
          <p:spPr>
            <a:xfrm rot="5358000">
              <a:off x="-245160" y="582480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55" name=""/>
            <p:cNvSpPr/>
            <p:nvPr/>
          </p:nvSpPr>
          <p:spPr>
            <a:xfrm>
              <a:off x="427320" y="585396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7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56" name=""/>
            <p:cNvSpPr/>
            <p:nvPr/>
          </p:nvSpPr>
          <p:spPr>
            <a:xfrm>
              <a:off x="-236880" y="649404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57" name=""/>
            <p:cNvSpPr/>
            <p:nvPr/>
          </p:nvSpPr>
          <p:spPr>
            <a:xfrm rot="5358000">
              <a:off x="-929160" y="650160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58" name=""/>
            <p:cNvSpPr/>
            <p:nvPr/>
          </p:nvSpPr>
          <p:spPr>
            <a:xfrm rot="5358000">
              <a:off x="-246240" y="7197120"/>
              <a:ext cx="1068120" cy="766080"/>
            </a:xfrm>
            <a:custGeom>
              <a:avLst/>
              <a:gdLst>
                <a:gd name="textAreaLeft" fmla="*/ 276840 w 1068120"/>
                <a:gd name="textAreaRight" fmla="*/ 791640 w 106812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59" name=""/>
            <p:cNvSpPr/>
            <p:nvPr/>
          </p:nvSpPr>
          <p:spPr>
            <a:xfrm rot="5358000">
              <a:off x="426960" y="651816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60" name=""/>
            <p:cNvSpPr/>
            <p:nvPr/>
          </p:nvSpPr>
          <p:spPr>
            <a:xfrm>
              <a:off x="1103400" y="653004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</p:grpSp>
      <p:sp>
        <p:nvSpPr>
          <p:cNvPr id="261" name=""/>
          <p:cNvSpPr/>
          <p:nvPr/>
        </p:nvSpPr>
        <p:spPr>
          <a:xfrm>
            <a:off x="8538120" y="3877200"/>
            <a:ext cx="975600" cy="1371240"/>
          </a:xfrm>
          <a:custGeom>
            <a:avLst/>
            <a:gdLst>
              <a:gd name="textAreaLeft" fmla="*/ 0 w 975600"/>
              <a:gd name="textAreaRight" fmla="*/ 975960 w 975600"/>
              <a:gd name="textAreaTop" fmla="*/ 0 h 1371240"/>
              <a:gd name="textAreaBottom" fmla="*/ 1371600 h 1371240"/>
            </a:gdLst>
            <a:ahLst/>
            <a:rect l="textAreaLeft" t="textAreaTop" r="textAreaRight" b="textAreaBottom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sm" type="oval" w="lg"/>
            <a:tailEnd len="sm" type="oval" w="lg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62" name=""/>
          <p:cNvSpPr/>
          <p:nvPr/>
        </p:nvSpPr>
        <p:spPr>
          <a:xfrm>
            <a:off x="7372080" y="497448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263" name=""/>
          <p:cNvSpPr/>
          <p:nvPr/>
        </p:nvSpPr>
        <p:spPr>
          <a:xfrm>
            <a:off x="7868160" y="-329040"/>
            <a:ext cx="2011320" cy="20113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ftr" idx="34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 type="sldNum" idx="35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E6083E-931B-4C72-83F5-2D78F4813ACF}" type="slidenum">
              <a:rPr b="0" lang="pt-BR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PlaceHolder 5"/>
          <p:cNvSpPr>
            <a:spLocks noGrp="1"/>
          </p:cNvSpPr>
          <p:nvPr>
            <p:ph type="dt" idx="36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2" r:id="rId8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"/>
          <p:cNvGrpSpPr/>
          <p:nvPr/>
        </p:nvGrpSpPr>
        <p:grpSpPr>
          <a:xfrm>
            <a:off x="2982960" y="1585440"/>
            <a:ext cx="5982120" cy="3149640"/>
            <a:chOff x="2982960" y="1585440"/>
            <a:chExt cx="5982120" cy="3149640"/>
          </a:xfrm>
        </p:grpSpPr>
        <p:sp>
          <p:nvSpPr>
            <p:cNvPr id="272" name=""/>
            <p:cNvSpPr/>
            <p:nvPr/>
          </p:nvSpPr>
          <p:spPr>
            <a:xfrm>
              <a:off x="3570480" y="1888200"/>
              <a:ext cx="4926960" cy="262296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73" name=""/>
            <p:cNvSpPr/>
            <p:nvPr/>
          </p:nvSpPr>
          <p:spPr>
            <a:xfrm>
              <a:off x="3763800" y="1585440"/>
              <a:ext cx="4926960" cy="2622960"/>
            </a:xfrm>
            <a:prstGeom prst="rect">
              <a:avLst/>
            </a:prstGeom>
            <a:noFill/>
            <a:ln w="18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9000" rIns="99000" tIns="54000" bIns="54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74" name=""/>
            <p:cNvSpPr/>
            <p:nvPr/>
          </p:nvSpPr>
          <p:spPr>
            <a:xfrm>
              <a:off x="3844800" y="1768320"/>
              <a:ext cx="1096920" cy="147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pt-BR" sz="8000" spc="-1" strike="noStrike">
                  <a:solidFill>
                    <a:srgbClr val="000000"/>
                  </a:solidFill>
                  <a:latin typeface="Noto Sans"/>
                </a:rPr>
                <a:t>“</a:t>
              </a:r>
              <a:endParaRPr b="0" lang="pt-BR" sz="8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5" name=""/>
            <p:cNvSpPr/>
            <p:nvPr/>
          </p:nvSpPr>
          <p:spPr>
            <a:xfrm>
              <a:off x="7868160" y="3399840"/>
              <a:ext cx="1096920" cy="133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pt-BR" sz="7200" spc="-1" strike="noStrike">
                  <a:solidFill>
                    <a:srgbClr val="000000"/>
                  </a:solidFill>
                  <a:latin typeface="Noto Sans"/>
                </a:rPr>
                <a:t>”</a:t>
              </a:r>
              <a:endParaRPr b="0" lang="pt-BR" sz="7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6" name=""/>
            <p:cNvSpPr/>
            <p:nvPr/>
          </p:nvSpPr>
          <p:spPr>
            <a:xfrm>
              <a:off x="2982960" y="4117320"/>
              <a:ext cx="1044360" cy="302400"/>
            </a:xfrm>
            <a:prstGeom prst="rect">
              <a:avLst/>
            </a:prstGeom>
            <a:pattFill prst="wdUpDiag">
              <a:fgClr>
                <a:srgbClr val="000000"/>
              </a:fgClr>
              <a:bgClr>
                <a:srgbClr val="ffffff">
                  <a:alpha val="0"/>
                </a:srgbClr>
              </a:bgClr>
            </a:patt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grpSp>
        <p:nvGrpSpPr>
          <p:cNvPr id="277" name=""/>
          <p:cNvGrpSpPr/>
          <p:nvPr/>
        </p:nvGrpSpPr>
        <p:grpSpPr>
          <a:xfrm>
            <a:off x="-2093400" y="-402120"/>
            <a:ext cx="4945680" cy="8521200"/>
            <a:chOff x="-2093400" y="-402120"/>
            <a:chExt cx="4945680" cy="8521200"/>
          </a:xfrm>
        </p:grpSpPr>
        <p:sp>
          <p:nvSpPr>
            <p:cNvPr id="278" name=""/>
            <p:cNvSpPr/>
            <p:nvPr/>
          </p:nvSpPr>
          <p:spPr>
            <a:xfrm>
              <a:off x="-893160" y="44866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79" name=""/>
            <p:cNvSpPr/>
            <p:nvPr/>
          </p:nvSpPr>
          <p:spPr>
            <a:xfrm rot="5358000">
              <a:off x="-896760" y="515304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80" name=""/>
            <p:cNvSpPr/>
            <p:nvPr/>
          </p:nvSpPr>
          <p:spPr>
            <a:xfrm>
              <a:off x="-228960" y="51616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f8f9fa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81" name=""/>
            <p:cNvSpPr/>
            <p:nvPr/>
          </p:nvSpPr>
          <p:spPr>
            <a:xfrm rot="5358000">
              <a:off x="-219600" y="4488840"/>
              <a:ext cx="1068120" cy="766080"/>
            </a:xfrm>
            <a:custGeom>
              <a:avLst/>
              <a:gdLst>
                <a:gd name="textAreaLeft" fmla="*/ 276840 w 1068120"/>
                <a:gd name="textAreaRight" fmla="*/ 791640 w 106812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82" name=""/>
            <p:cNvSpPr/>
            <p:nvPr/>
          </p:nvSpPr>
          <p:spPr>
            <a:xfrm>
              <a:off x="-228960" y="38260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2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83" name=""/>
            <p:cNvSpPr/>
            <p:nvPr/>
          </p:nvSpPr>
          <p:spPr>
            <a:xfrm rot="5358000">
              <a:off x="-1585440" y="449424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84" name=""/>
            <p:cNvSpPr/>
            <p:nvPr/>
          </p:nvSpPr>
          <p:spPr>
            <a:xfrm rot="5358000">
              <a:off x="-2237760" y="517032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85" name=""/>
            <p:cNvSpPr/>
            <p:nvPr/>
          </p:nvSpPr>
          <p:spPr>
            <a:xfrm rot="5358000">
              <a:off x="-896400" y="382104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86" name=""/>
            <p:cNvSpPr/>
            <p:nvPr/>
          </p:nvSpPr>
          <p:spPr>
            <a:xfrm rot="5358000">
              <a:off x="-221400" y="315432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87" name=""/>
            <p:cNvSpPr/>
            <p:nvPr/>
          </p:nvSpPr>
          <p:spPr>
            <a:xfrm>
              <a:off x="455040" y="44776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88" name=""/>
            <p:cNvSpPr/>
            <p:nvPr/>
          </p:nvSpPr>
          <p:spPr>
            <a:xfrm rot="5358000">
              <a:off x="470880" y="382104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89" name=""/>
            <p:cNvSpPr/>
            <p:nvPr/>
          </p:nvSpPr>
          <p:spPr>
            <a:xfrm>
              <a:off x="1158840" y="51706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90" name=""/>
            <p:cNvSpPr/>
            <p:nvPr/>
          </p:nvSpPr>
          <p:spPr>
            <a:xfrm>
              <a:off x="-1561680" y="516276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91" name=""/>
            <p:cNvSpPr/>
            <p:nvPr/>
          </p:nvSpPr>
          <p:spPr>
            <a:xfrm rot="5358000">
              <a:off x="461880" y="517032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92" name=""/>
            <p:cNvSpPr/>
            <p:nvPr/>
          </p:nvSpPr>
          <p:spPr>
            <a:xfrm flipH="1" rot="16242000">
              <a:off x="-231840" y="1793520"/>
              <a:ext cx="1068480" cy="766080"/>
            </a:xfrm>
            <a:custGeom>
              <a:avLst/>
              <a:gdLst>
                <a:gd name="textAreaLeft" fmla="*/ 276840 w 1068480"/>
                <a:gd name="textAreaRight" fmla="*/ 79164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212529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93" name=""/>
            <p:cNvSpPr/>
            <p:nvPr/>
          </p:nvSpPr>
          <p:spPr>
            <a:xfrm flipH="1" rot="16242000">
              <a:off x="419760" y="2469600"/>
              <a:ext cx="1068480" cy="766080"/>
            </a:xfrm>
            <a:custGeom>
              <a:avLst/>
              <a:gdLst>
                <a:gd name="textAreaLeft" fmla="*/ 276840 w 1068480"/>
                <a:gd name="textAreaRight" fmla="*/ 79164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94" name=""/>
            <p:cNvSpPr/>
            <p:nvPr/>
          </p:nvSpPr>
          <p:spPr>
            <a:xfrm flipH="1">
              <a:off x="-246600" y="2462040"/>
              <a:ext cx="1072800" cy="766080"/>
            </a:xfrm>
            <a:custGeom>
              <a:avLst/>
              <a:gdLst>
                <a:gd name="textAreaLeft" fmla="*/ 278640 w 1072800"/>
                <a:gd name="textAreaRight" fmla="*/ 79524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95" name=""/>
            <p:cNvSpPr/>
            <p:nvPr/>
          </p:nvSpPr>
          <p:spPr>
            <a:xfrm>
              <a:off x="1107720" y="11350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96" name=""/>
            <p:cNvSpPr/>
            <p:nvPr/>
          </p:nvSpPr>
          <p:spPr>
            <a:xfrm rot="5358000">
              <a:off x="1103400" y="180144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97" name=""/>
            <p:cNvSpPr/>
            <p:nvPr/>
          </p:nvSpPr>
          <p:spPr>
            <a:xfrm rot="5358000">
              <a:off x="414720" y="114264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4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298" name=""/>
            <p:cNvSpPr/>
            <p:nvPr/>
          </p:nvSpPr>
          <p:spPr>
            <a:xfrm>
              <a:off x="439200" y="181116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299" name=""/>
            <p:cNvSpPr/>
            <p:nvPr/>
          </p:nvSpPr>
          <p:spPr>
            <a:xfrm>
              <a:off x="423720" y="4510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00" name=""/>
            <p:cNvSpPr/>
            <p:nvPr/>
          </p:nvSpPr>
          <p:spPr>
            <a:xfrm rot="5358000">
              <a:off x="-245880" y="43848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01" name=""/>
            <p:cNvSpPr/>
            <p:nvPr/>
          </p:nvSpPr>
          <p:spPr>
            <a:xfrm rot="5358000">
              <a:off x="435240" y="-24624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302" name=""/>
            <p:cNvSpPr/>
            <p:nvPr/>
          </p:nvSpPr>
          <p:spPr>
            <a:xfrm>
              <a:off x="1779480" y="179460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03" name=""/>
            <p:cNvSpPr/>
            <p:nvPr/>
          </p:nvSpPr>
          <p:spPr>
            <a:xfrm>
              <a:off x="1106280" y="-25704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5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04" name=""/>
            <p:cNvSpPr/>
            <p:nvPr/>
          </p:nvSpPr>
          <p:spPr>
            <a:xfrm>
              <a:off x="-908280" y="179064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6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05" name=""/>
            <p:cNvSpPr/>
            <p:nvPr/>
          </p:nvSpPr>
          <p:spPr>
            <a:xfrm rot="5358000">
              <a:off x="-245160" y="582480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306" name=""/>
            <p:cNvSpPr/>
            <p:nvPr/>
          </p:nvSpPr>
          <p:spPr>
            <a:xfrm>
              <a:off x="427320" y="585396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7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07" name=""/>
            <p:cNvSpPr/>
            <p:nvPr/>
          </p:nvSpPr>
          <p:spPr>
            <a:xfrm>
              <a:off x="-236880" y="649404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08" name=""/>
            <p:cNvSpPr/>
            <p:nvPr/>
          </p:nvSpPr>
          <p:spPr>
            <a:xfrm rot="5358000">
              <a:off x="-929160" y="650160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09" name=""/>
            <p:cNvSpPr/>
            <p:nvPr/>
          </p:nvSpPr>
          <p:spPr>
            <a:xfrm rot="5358000">
              <a:off x="-246240" y="7197120"/>
              <a:ext cx="1068120" cy="766080"/>
            </a:xfrm>
            <a:custGeom>
              <a:avLst/>
              <a:gdLst>
                <a:gd name="textAreaLeft" fmla="*/ 276840 w 1068120"/>
                <a:gd name="textAreaRight" fmla="*/ 791640 w 106812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  <p:sp>
          <p:nvSpPr>
            <p:cNvPr id="310" name=""/>
            <p:cNvSpPr/>
            <p:nvPr/>
          </p:nvSpPr>
          <p:spPr>
            <a:xfrm rot="5358000">
              <a:off x="426960" y="6518160"/>
              <a:ext cx="1068480" cy="766080"/>
            </a:xfrm>
            <a:custGeom>
              <a:avLst/>
              <a:gdLst>
                <a:gd name="textAreaLeft" fmla="*/ 277200 w 1068480"/>
                <a:gd name="textAreaRight" fmla="*/ 792000 w 106848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11" name=""/>
            <p:cNvSpPr/>
            <p:nvPr/>
          </p:nvSpPr>
          <p:spPr>
            <a:xfrm>
              <a:off x="1103400" y="653004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blurRad="0"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Noto Sans"/>
                <a:ea typeface="DejaVu Sans"/>
              </a:endParaRPr>
            </a:p>
          </p:txBody>
        </p:sp>
      </p:grpSp>
      <p:sp>
        <p:nvSpPr>
          <p:cNvPr id="312" name=""/>
          <p:cNvSpPr/>
          <p:nvPr/>
        </p:nvSpPr>
        <p:spPr>
          <a:xfrm>
            <a:off x="8538120" y="3877200"/>
            <a:ext cx="975600" cy="1371240"/>
          </a:xfrm>
          <a:custGeom>
            <a:avLst/>
            <a:gdLst>
              <a:gd name="textAreaLeft" fmla="*/ 0 w 975600"/>
              <a:gd name="textAreaRight" fmla="*/ 975960 w 975600"/>
              <a:gd name="textAreaTop" fmla="*/ 0 h 1371240"/>
              <a:gd name="textAreaBottom" fmla="*/ 1371600 h 1371240"/>
            </a:gdLst>
            <a:ahLst/>
            <a:rect l="textAreaLeft" t="textAreaTop" r="textAreaRight" b="textAreaBottom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sm" type="oval" w="lg"/>
            <a:tailEnd len="sm" type="oval" w="lg"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13" name=""/>
          <p:cNvSpPr/>
          <p:nvPr/>
        </p:nvSpPr>
        <p:spPr>
          <a:xfrm>
            <a:off x="7372080" y="497448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314" name=""/>
          <p:cNvSpPr/>
          <p:nvPr/>
        </p:nvSpPr>
        <p:spPr>
          <a:xfrm>
            <a:off x="7868160" y="-329040"/>
            <a:ext cx="2011320" cy="20113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315" name="PlaceHolder 1"/>
          <p:cNvSpPr>
            <a:spLocks noGrp="1"/>
          </p:cNvSpPr>
          <p:nvPr>
            <p:ph type="ftr" idx="37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 type="sldNum" idx="38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CF7D34-C245-4936-8969-A32064353548}" type="slidenum">
              <a:rPr b="0" lang="pt-BR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dt" idx="39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4" r:id="rId8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"/>
          <p:cNvSpPr/>
          <p:nvPr/>
        </p:nvSpPr>
        <p:spPr>
          <a:xfrm>
            <a:off x="8266320" y="411552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319" name=""/>
          <p:cNvSpPr/>
          <p:nvPr/>
        </p:nvSpPr>
        <p:spPr>
          <a:xfrm>
            <a:off x="7717680" y="-54828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grpSp>
        <p:nvGrpSpPr>
          <p:cNvPr id="320" name=""/>
          <p:cNvGrpSpPr/>
          <p:nvPr/>
        </p:nvGrpSpPr>
        <p:grpSpPr>
          <a:xfrm>
            <a:off x="-147240" y="-295920"/>
            <a:ext cx="915120" cy="1280520"/>
            <a:chOff x="-147240" y="-295920"/>
            <a:chExt cx="915120" cy="1280520"/>
          </a:xfrm>
        </p:grpSpPr>
        <p:sp>
          <p:nvSpPr>
            <p:cNvPr id="321" name=""/>
            <p:cNvSpPr/>
            <p:nvPr/>
          </p:nvSpPr>
          <p:spPr>
            <a:xfrm flipV="1" rot="5395800">
              <a:off x="219240" y="801360"/>
              <a:ext cx="182520" cy="182520"/>
            </a:xfrm>
            <a:prstGeom prst="ellipse">
              <a:avLst/>
            </a:prstGeom>
            <a:blipFill rotWithShape="0">
              <a:blip r:embed="rId2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22" name=""/>
            <p:cNvSpPr/>
            <p:nvPr/>
          </p:nvSpPr>
          <p:spPr>
            <a:xfrm flipV="1" rot="5395800">
              <a:off x="218880" y="435600"/>
              <a:ext cx="182520" cy="182520"/>
            </a:xfrm>
            <a:prstGeom prst="ellipse">
              <a:avLst/>
            </a:prstGeom>
            <a:blipFill rotWithShape="0">
              <a:blip r:embed="rId3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23" name=""/>
            <p:cNvSpPr/>
            <p:nvPr/>
          </p:nvSpPr>
          <p:spPr>
            <a:xfrm flipV="1" rot="5395800">
              <a:off x="218520" y="70200"/>
              <a:ext cx="182520" cy="182520"/>
            </a:xfrm>
            <a:prstGeom prst="ellipse">
              <a:avLst/>
            </a:prstGeom>
            <a:blipFill rotWithShape="0">
              <a:blip r:embed="rId4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24" name=""/>
            <p:cNvSpPr/>
            <p:nvPr/>
          </p:nvSpPr>
          <p:spPr>
            <a:xfrm flipV="1" rot="5395800">
              <a:off x="217800" y="-295200"/>
              <a:ext cx="182520" cy="182520"/>
            </a:xfrm>
            <a:prstGeom prst="ellipse">
              <a:avLst/>
            </a:prstGeom>
            <a:blipFill rotWithShape="0">
              <a:blip r:embed="rId5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25" name=""/>
            <p:cNvSpPr/>
            <p:nvPr/>
          </p:nvSpPr>
          <p:spPr>
            <a:xfrm flipV="1" rot="5395800">
              <a:off x="583920" y="-295560"/>
              <a:ext cx="182520" cy="182520"/>
            </a:xfrm>
            <a:prstGeom prst="ellipse">
              <a:avLst/>
            </a:prstGeom>
            <a:blipFill rotWithShape="0">
              <a:blip r:embed="rId6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26" name=""/>
            <p:cNvSpPr/>
            <p:nvPr/>
          </p:nvSpPr>
          <p:spPr>
            <a:xfrm flipV="1" rot="5395800">
              <a:off x="584280" y="69480"/>
              <a:ext cx="182520" cy="182520"/>
            </a:xfrm>
            <a:prstGeom prst="ellipse">
              <a:avLst/>
            </a:prstGeom>
            <a:blipFill rotWithShape="0">
              <a:blip r:embed="rId7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27" name=""/>
            <p:cNvSpPr/>
            <p:nvPr/>
          </p:nvSpPr>
          <p:spPr>
            <a:xfrm flipV="1" rot="5395800">
              <a:off x="584280" y="435240"/>
              <a:ext cx="182520" cy="182520"/>
            </a:xfrm>
            <a:prstGeom prst="ellipse">
              <a:avLst/>
            </a:prstGeom>
            <a:blipFill rotWithShape="0">
              <a:blip r:embed="rId8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28" name=""/>
            <p:cNvSpPr/>
            <p:nvPr/>
          </p:nvSpPr>
          <p:spPr>
            <a:xfrm flipV="1" rot="5395800">
              <a:off x="585000" y="801360"/>
              <a:ext cx="182520" cy="182520"/>
            </a:xfrm>
            <a:prstGeom prst="ellipse">
              <a:avLst/>
            </a:prstGeom>
            <a:blipFill rotWithShape="0">
              <a:blip r:embed="rId9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29" name=""/>
            <p:cNvSpPr/>
            <p:nvPr/>
          </p:nvSpPr>
          <p:spPr>
            <a:xfrm flipV="1" rot="5395800">
              <a:off x="-145800" y="801720"/>
              <a:ext cx="182520" cy="182520"/>
            </a:xfrm>
            <a:prstGeom prst="ellipse">
              <a:avLst/>
            </a:prstGeom>
            <a:blipFill rotWithShape="0">
              <a:blip r:embed="rId10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30" name=""/>
            <p:cNvSpPr/>
            <p:nvPr/>
          </p:nvSpPr>
          <p:spPr>
            <a:xfrm flipV="1" rot="5395800">
              <a:off x="-146520" y="436320"/>
              <a:ext cx="182520" cy="182520"/>
            </a:xfrm>
            <a:prstGeom prst="ellipse">
              <a:avLst/>
            </a:prstGeom>
            <a:blipFill rotWithShape="0">
              <a:blip r:embed="rId11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31" name=""/>
            <p:cNvSpPr/>
            <p:nvPr/>
          </p:nvSpPr>
          <p:spPr>
            <a:xfrm flipV="1" rot="5395800">
              <a:off x="-146520" y="70200"/>
              <a:ext cx="182520" cy="182520"/>
            </a:xfrm>
            <a:prstGeom prst="ellipse">
              <a:avLst/>
            </a:prstGeom>
            <a:blipFill rotWithShape="0">
              <a:blip r:embed="rId12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32" name=""/>
            <p:cNvSpPr/>
            <p:nvPr/>
          </p:nvSpPr>
          <p:spPr>
            <a:xfrm flipV="1" rot="5395800">
              <a:off x="-146880" y="-294840"/>
              <a:ext cx="182520" cy="182520"/>
            </a:xfrm>
            <a:prstGeom prst="ellipse">
              <a:avLst/>
            </a:prstGeom>
            <a:blipFill rotWithShape="0">
              <a:blip r:embed="rId13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grpSp>
        <p:nvGrpSpPr>
          <p:cNvPr id="333" name=""/>
          <p:cNvGrpSpPr/>
          <p:nvPr/>
        </p:nvGrpSpPr>
        <p:grpSpPr>
          <a:xfrm>
            <a:off x="9545040" y="4645800"/>
            <a:ext cx="915480" cy="1280880"/>
            <a:chOff x="9545040" y="4645800"/>
            <a:chExt cx="915480" cy="1280880"/>
          </a:xfrm>
        </p:grpSpPr>
        <p:sp>
          <p:nvSpPr>
            <p:cNvPr id="334" name=""/>
            <p:cNvSpPr/>
            <p:nvPr/>
          </p:nvSpPr>
          <p:spPr>
            <a:xfrm flipV="1" rot="5395800">
              <a:off x="9911880" y="5743440"/>
              <a:ext cx="182520" cy="182520"/>
            </a:xfrm>
            <a:prstGeom prst="ellipse">
              <a:avLst/>
            </a:prstGeom>
            <a:blipFill rotWithShape="0">
              <a:blip r:embed="rId14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35" name=""/>
            <p:cNvSpPr/>
            <p:nvPr/>
          </p:nvSpPr>
          <p:spPr>
            <a:xfrm flipV="1" rot="5395800">
              <a:off x="9911520" y="5377680"/>
              <a:ext cx="182520" cy="182520"/>
            </a:xfrm>
            <a:prstGeom prst="ellipse">
              <a:avLst/>
            </a:prstGeom>
            <a:blipFill rotWithShape="0">
              <a:blip r:embed="rId15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36" name=""/>
            <p:cNvSpPr/>
            <p:nvPr/>
          </p:nvSpPr>
          <p:spPr>
            <a:xfrm flipV="1" rot="5395800">
              <a:off x="9911160" y="5012280"/>
              <a:ext cx="182520" cy="182520"/>
            </a:xfrm>
            <a:prstGeom prst="ellipse">
              <a:avLst/>
            </a:prstGeom>
            <a:blipFill rotWithShape="0">
              <a:blip r:embed="rId16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37" name=""/>
            <p:cNvSpPr/>
            <p:nvPr/>
          </p:nvSpPr>
          <p:spPr>
            <a:xfrm flipV="1" rot="5395800">
              <a:off x="9910440" y="4646160"/>
              <a:ext cx="182520" cy="182520"/>
            </a:xfrm>
            <a:prstGeom prst="ellipse">
              <a:avLst/>
            </a:prstGeom>
            <a:blipFill rotWithShape="0">
              <a:blip r:embed="rId17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38" name=""/>
            <p:cNvSpPr/>
            <p:nvPr/>
          </p:nvSpPr>
          <p:spPr>
            <a:xfrm flipV="1" rot="5395800">
              <a:off x="10276560" y="4645800"/>
              <a:ext cx="182520" cy="182520"/>
            </a:xfrm>
            <a:prstGeom prst="ellipse">
              <a:avLst/>
            </a:prstGeom>
            <a:blipFill rotWithShape="0">
              <a:blip r:embed="rId18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39" name=""/>
            <p:cNvSpPr/>
            <p:nvPr/>
          </p:nvSpPr>
          <p:spPr>
            <a:xfrm flipV="1" rot="5395800">
              <a:off x="10276920" y="5011560"/>
              <a:ext cx="182520" cy="182520"/>
            </a:xfrm>
            <a:prstGeom prst="ellipse">
              <a:avLst/>
            </a:prstGeom>
            <a:blipFill rotWithShape="0">
              <a:blip r:embed="rId19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40" name=""/>
            <p:cNvSpPr/>
            <p:nvPr/>
          </p:nvSpPr>
          <p:spPr>
            <a:xfrm flipV="1" rot="5395800">
              <a:off x="10276920" y="5377320"/>
              <a:ext cx="182520" cy="182520"/>
            </a:xfrm>
            <a:prstGeom prst="ellipse">
              <a:avLst/>
            </a:prstGeom>
            <a:blipFill rotWithShape="0">
              <a:blip r:embed="rId20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41" name=""/>
            <p:cNvSpPr/>
            <p:nvPr/>
          </p:nvSpPr>
          <p:spPr>
            <a:xfrm flipV="1" rot="5395800">
              <a:off x="10277640" y="5743440"/>
              <a:ext cx="182520" cy="182520"/>
            </a:xfrm>
            <a:prstGeom prst="ellipse">
              <a:avLst/>
            </a:prstGeom>
            <a:blipFill rotWithShape="0">
              <a:blip r:embed="rId21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42" name=""/>
            <p:cNvSpPr/>
            <p:nvPr/>
          </p:nvSpPr>
          <p:spPr>
            <a:xfrm flipV="1" rot="5395800">
              <a:off x="9546120" y="5743800"/>
              <a:ext cx="182520" cy="182520"/>
            </a:xfrm>
            <a:prstGeom prst="ellipse">
              <a:avLst/>
            </a:prstGeom>
            <a:blipFill rotWithShape="0">
              <a:blip r:embed="rId22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43" name=""/>
            <p:cNvSpPr/>
            <p:nvPr/>
          </p:nvSpPr>
          <p:spPr>
            <a:xfrm flipV="1" rot="5395800">
              <a:off x="9545400" y="5378400"/>
              <a:ext cx="182520" cy="182520"/>
            </a:xfrm>
            <a:prstGeom prst="ellipse">
              <a:avLst/>
            </a:prstGeom>
            <a:blipFill rotWithShape="0">
              <a:blip r:embed="rId23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44" name=""/>
            <p:cNvSpPr/>
            <p:nvPr/>
          </p:nvSpPr>
          <p:spPr>
            <a:xfrm flipV="1" rot="5395800">
              <a:off x="9545400" y="5012280"/>
              <a:ext cx="182520" cy="182520"/>
            </a:xfrm>
            <a:prstGeom prst="ellipse">
              <a:avLst/>
            </a:prstGeom>
            <a:blipFill rotWithShape="0">
              <a:blip r:embed="rId24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45" name=""/>
            <p:cNvSpPr/>
            <p:nvPr/>
          </p:nvSpPr>
          <p:spPr>
            <a:xfrm flipV="1" rot="5395800">
              <a:off x="9545040" y="4646520"/>
              <a:ext cx="182520" cy="182520"/>
            </a:xfrm>
            <a:prstGeom prst="ellipse">
              <a:avLst/>
            </a:prstGeom>
            <a:blipFill rotWithShape="0">
              <a:blip r:embed="rId25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sp>
        <p:nvSpPr>
          <p:cNvPr id="346" name=""/>
          <p:cNvSpPr/>
          <p:nvPr/>
        </p:nvSpPr>
        <p:spPr>
          <a:xfrm>
            <a:off x="-146160" y="310932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ftr" idx="40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" name="PlaceHolder 4"/>
          <p:cNvSpPr>
            <a:spLocks noGrp="1"/>
          </p:cNvSpPr>
          <p:nvPr>
            <p:ph type="sldNum" idx="41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E5CBCA-7F0E-4FA9-8699-F29B27A6AD74}" type="slidenum">
              <a:rPr b="0" lang="pt-BR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" name="PlaceHolder 5"/>
          <p:cNvSpPr>
            <a:spLocks noGrp="1"/>
          </p:cNvSpPr>
          <p:nvPr>
            <p:ph type="dt" idx="42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6" r:id="rId26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"/>
          <p:cNvSpPr/>
          <p:nvPr/>
        </p:nvSpPr>
        <p:spPr>
          <a:xfrm>
            <a:off x="8266320" y="411552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355" name=""/>
          <p:cNvSpPr/>
          <p:nvPr/>
        </p:nvSpPr>
        <p:spPr>
          <a:xfrm>
            <a:off x="7717680" y="-54828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grpSp>
        <p:nvGrpSpPr>
          <p:cNvPr id="356" name=""/>
          <p:cNvGrpSpPr/>
          <p:nvPr/>
        </p:nvGrpSpPr>
        <p:grpSpPr>
          <a:xfrm>
            <a:off x="-147240" y="-295920"/>
            <a:ext cx="915120" cy="1280520"/>
            <a:chOff x="-147240" y="-295920"/>
            <a:chExt cx="915120" cy="1280520"/>
          </a:xfrm>
        </p:grpSpPr>
        <p:sp>
          <p:nvSpPr>
            <p:cNvPr id="357" name=""/>
            <p:cNvSpPr/>
            <p:nvPr/>
          </p:nvSpPr>
          <p:spPr>
            <a:xfrm flipV="1" rot="5395800">
              <a:off x="219240" y="801360"/>
              <a:ext cx="182520" cy="182520"/>
            </a:xfrm>
            <a:prstGeom prst="ellipse">
              <a:avLst/>
            </a:prstGeom>
            <a:blipFill rotWithShape="0">
              <a:blip r:embed="rId2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58" name=""/>
            <p:cNvSpPr/>
            <p:nvPr/>
          </p:nvSpPr>
          <p:spPr>
            <a:xfrm flipV="1" rot="5395800">
              <a:off x="218880" y="435600"/>
              <a:ext cx="182520" cy="182520"/>
            </a:xfrm>
            <a:prstGeom prst="ellipse">
              <a:avLst/>
            </a:prstGeom>
            <a:blipFill rotWithShape="0">
              <a:blip r:embed="rId3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59" name=""/>
            <p:cNvSpPr/>
            <p:nvPr/>
          </p:nvSpPr>
          <p:spPr>
            <a:xfrm flipV="1" rot="5395800">
              <a:off x="218520" y="70200"/>
              <a:ext cx="182520" cy="182520"/>
            </a:xfrm>
            <a:prstGeom prst="ellipse">
              <a:avLst/>
            </a:prstGeom>
            <a:blipFill rotWithShape="0">
              <a:blip r:embed="rId4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60" name=""/>
            <p:cNvSpPr/>
            <p:nvPr/>
          </p:nvSpPr>
          <p:spPr>
            <a:xfrm flipV="1" rot="5395800">
              <a:off x="217800" y="-295200"/>
              <a:ext cx="182520" cy="182520"/>
            </a:xfrm>
            <a:prstGeom prst="ellipse">
              <a:avLst/>
            </a:prstGeom>
            <a:blipFill rotWithShape="0">
              <a:blip r:embed="rId5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61" name=""/>
            <p:cNvSpPr/>
            <p:nvPr/>
          </p:nvSpPr>
          <p:spPr>
            <a:xfrm flipV="1" rot="5395800">
              <a:off x="583920" y="-295560"/>
              <a:ext cx="182520" cy="182520"/>
            </a:xfrm>
            <a:prstGeom prst="ellipse">
              <a:avLst/>
            </a:prstGeom>
            <a:blipFill rotWithShape="0">
              <a:blip r:embed="rId6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62" name=""/>
            <p:cNvSpPr/>
            <p:nvPr/>
          </p:nvSpPr>
          <p:spPr>
            <a:xfrm flipV="1" rot="5395800">
              <a:off x="584280" y="69480"/>
              <a:ext cx="182520" cy="182520"/>
            </a:xfrm>
            <a:prstGeom prst="ellipse">
              <a:avLst/>
            </a:prstGeom>
            <a:blipFill rotWithShape="0">
              <a:blip r:embed="rId7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63" name=""/>
            <p:cNvSpPr/>
            <p:nvPr/>
          </p:nvSpPr>
          <p:spPr>
            <a:xfrm flipV="1" rot="5395800">
              <a:off x="584280" y="435240"/>
              <a:ext cx="182520" cy="182520"/>
            </a:xfrm>
            <a:prstGeom prst="ellipse">
              <a:avLst/>
            </a:prstGeom>
            <a:blipFill rotWithShape="0">
              <a:blip r:embed="rId8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64" name=""/>
            <p:cNvSpPr/>
            <p:nvPr/>
          </p:nvSpPr>
          <p:spPr>
            <a:xfrm flipV="1" rot="5395800">
              <a:off x="585000" y="801360"/>
              <a:ext cx="182520" cy="182520"/>
            </a:xfrm>
            <a:prstGeom prst="ellipse">
              <a:avLst/>
            </a:prstGeom>
            <a:blipFill rotWithShape="0">
              <a:blip r:embed="rId9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65" name=""/>
            <p:cNvSpPr/>
            <p:nvPr/>
          </p:nvSpPr>
          <p:spPr>
            <a:xfrm flipV="1" rot="5395800">
              <a:off x="-145800" y="801720"/>
              <a:ext cx="182520" cy="182520"/>
            </a:xfrm>
            <a:prstGeom prst="ellipse">
              <a:avLst/>
            </a:prstGeom>
            <a:blipFill rotWithShape="0">
              <a:blip r:embed="rId10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66" name=""/>
            <p:cNvSpPr/>
            <p:nvPr/>
          </p:nvSpPr>
          <p:spPr>
            <a:xfrm flipV="1" rot="5395800">
              <a:off x="-146520" y="436320"/>
              <a:ext cx="182520" cy="182520"/>
            </a:xfrm>
            <a:prstGeom prst="ellipse">
              <a:avLst/>
            </a:prstGeom>
            <a:blipFill rotWithShape="0">
              <a:blip r:embed="rId11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67" name=""/>
            <p:cNvSpPr/>
            <p:nvPr/>
          </p:nvSpPr>
          <p:spPr>
            <a:xfrm flipV="1" rot="5395800">
              <a:off x="-146520" y="70200"/>
              <a:ext cx="182520" cy="182520"/>
            </a:xfrm>
            <a:prstGeom prst="ellipse">
              <a:avLst/>
            </a:prstGeom>
            <a:blipFill rotWithShape="0">
              <a:blip r:embed="rId12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68" name=""/>
            <p:cNvSpPr/>
            <p:nvPr/>
          </p:nvSpPr>
          <p:spPr>
            <a:xfrm flipV="1" rot="5395800">
              <a:off x="-146880" y="-294840"/>
              <a:ext cx="182520" cy="182520"/>
            </a:xfrm>
            <a:prstGeom prst="ellipse">
              <a:avLst/>
            </a:prstGeom>
            <a:blipFill rotWithShape="0">
              <a:blip r:embed="rId13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grpSp>
        <p:nvGrpSpPr>
          <p:cNvPr id="369" name=""/>
          <p:cNvGrpSpPr/>
          <p:nvPr/>
        </p:nvGrpSpPr>
        <p:grpSpPr>
          <a:xfrm>
            <a:off x="9545040" y="4645800"/>
            <a:ext cx="915480" cy="1280880"/>
            <a:chOff x="9545040" y="4645800"/>
            <a:chExt cx="915480" cy="1280880"/>
          </a:xfrm>
        </p:grpSpPr>
        <p:sp>
          <p:nvSpPr>
            <p:cNvPr id="370" name=""/>
            <p:cNvSpPr/>
            <p:nvPr/>
          </p:nvSpPr>
          <p:spPr>
            <a:xfrm flipV="1" rot="5395800">
              <a:off x="9911880" y="5743440"/>
              <a:ext cx="182520" cy="182520"/>
            </a:xfrm>
            <a:prstGeom prst="ellipse">
              <a:avLst/>
            </a:prstGeom>
            <a:blipFill rotWithShape="0">
              <a:blip r:embed="rId14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71" name=""/>
            <p:cNvSpPr/>
            <p:nvPr/>
          </p:nvSpPr>
          <p:spPr>
            <a:xfrm flipV="1" rot="5395800">
              <a:off x="9911520" y="5377680"/>
              <a:ext cx="182520" cy="182520"/>
            </a:xfrm>
            <a:prstGeom prst="ellipse">
              <a:avLst/>
            </a:prstGeom>
            <a:blipFill rotWithShape="0">
              <a:blip r:embed="rId15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72" name=""/>
            <p:cNvSpPr/>
            <p:nvPr/>
          </p:nvSpPr>
          <p:spPr>
            <a:xfrm flipV="1" rot="5395800">
              <a:off x="9911160" y="5012280"/>
              <a:ext cx="182520" cy="182520"/>
            </a:xfrm>
            <a:prstGeom prst="ellipse">
              <a:avLst/>
            </a:prstGeom>
            <a:blipFill rotWithShape="0">
              <a:blip r:embed="rId16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73" name=""/>
            <p:cNvSpPr/>
            <p:nvPr/>
          </p:nvSpPr>
          <p:spPr>
            <a:xfrm flipV="1" rot="5395800">
              <a:off x="9910440" y="4646160"/>
              <a:ext cx="182520" cy="182520"/>
            </a:xfrm>
            <a:prstGeom prst="ellipse">
              <a:avLst/>
            </a:prstGeom>
            <a:blipFill rotWithShape="0">
              <a:blip r:embed="rId17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74" name=""/>
            <p:cNvSpPr/>
            <p:nvPr/>
          </p:nvSpPr>
          <p:spPr>
            <a:xfrm flipV="1" rot="5395800">
              <a:off x="10276560" y="4645800"/>
              <a:ext cx="182520" cy="182520"/>
            </a:xfrm>
            <a:prstGeom prst="ellipse">
              <a:avLst/>
            </a:prstGeom>
            <a:blipFill rotWithShape="0">
              <a:blip r:embed="rId18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75" name=""/>
            <p:cNvSpPr/>
            <p:nvPr/>
          </p:nvSpPr>
          <p:spPr>
            <a:xfrm flipV="1" rot="5395800">
              <a:off x="10276920" y="5011560"/>
              <a:ext cx="182520" cy="182520"/>
            </a:xfrm>
            <a:prstGeom prst="ellipse">
              <a:avLst/>
            </a:prstGeom>
            <a:blipFill rotWithShape="0">
              <a:blip r:embed="rId19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76" name=""/>
            <p:cNvSpPr/>
            <p:nvPr/>
          </p:nvSpPr>
          <p:spPr>
            <a:xfrm flipV="1" rot="5395800">
              <a:off x="10276920" y="5377320"/>
              <a:ext cx="182520" cy="182520"/>
            </a:xfrm>
            <a:prstGeom prst="ellipse">
              <a:avLst/>
            </a:prstGeom>
            <a:blipFill rotWithShape="0">
              <a:blip r:embed="rId20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77" name=""/>
            <p:cNvSpPr/>
            <p:nvPr/>
          </p:nvSpPr>
          <p:spPr>
            <a:xfrm flipV="1" rot="5395800">
              <a:off x="10277640" y="5743440"/>
              <a:ext cx="182520" cy="182520"/>
            </a:xfrm>
            <a:prstGeom prst="ellipse">
              <a:avLst/>
            </a:prstGeom>
            <a:blipFill rotWithShape="0">
              <a:blip r:embed="rId21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78" name=""/>
            <p:cNvSpPr/>
            <p:nvPr/>
          </p:nvSpPr>
          <p:spPr>
            <a:xfrm flipV="1" rot="5395800">
              <a:off x="9546120" y="5743800"/>
              <a:ext cx="182520" cy="182520"/>
            </a:xfrm>
            <a:prstGeom prst="ellipse">
              <a:avLst/>
            </a:prstGeom>
            <a:blipFill rotWithShape="0">
              <a:blip r:embed="rId22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79" name=""/>
            <p:cNvSpPr/>
            <p:nvPr/>
          </p:nvSpPr>
          <p:spPr>
            <a:xfrm flipV="1" rot="5395800">
              <a:off x="9545400" y="5378400"/>
              <a:ext cx="182520" cy="182520"/>
            </a:xfrm>
            <a:prstGeom prst="ellipse">
              <a:avLst/>
            </a:prstGeom>
            <a:blipFill rotWithShape="0">
              <a:blip r:embed="rId23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80" name=""/>
            <p:cNvSpPr/>
            <p:nvPr/>
          </p:nvSpPr>
          <p:spPr>
            <a:xfrm flipV="1" rot="5395800">
              <a:off x="9545400" y="5012280"/>
              <a:ext cx="182520" cy="182520"/>
            </a:xfrm>
            <a:prstGeom prst="ellipse">
              <a:avLst/>
            </a:prstGeom>
            <a:blipFill rotWithShape="0">
              <a:blip r:embed="rId24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381" name=""/>
            <p:cNvSpPr/>
            <p:nvPr/>
          </p:nvSpPr>
          <p:spPr>
            <a:xfrm flipV="1" rot="5395800">
              <a:off x="9545040" y="4646520"/>
              <a:ext cx="182520" cy="182520"/>
            </a:xfrm>
            <a:prstGeom prst="ellipse">
              <a:avLst/>
            </a:prstGeom>
            <a:blipFill rotWithShape="0">
              <a:blip r:embed="rId25"/>
              <a:srcRect/>
              <a:tile tx="0" ty="0" sx="74468" sy="74468" algn="ctr"/>
            </a:blipFill>
            <a:ln w="0">
              <a:noFill/>
            </a:ln>
            <a:effectLst>
              <a:outerShdw blurRad="0"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sp>
        <p:nvSpPr>
          <p:cNvPr id="382" name=""/>
          <p:cNvSpPr/>
          <p:nvPr/>
        </p:nvSpPr>
        <p:spPr>
          <a:xfrm>
            <a:off x="-146160" y="310932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 type="ftr" idx="43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44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C2CE3A7-5351-42F5-8300-C657800D6503}" type="slidenum">
              <a:rPr b="0" lang="pt-BR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" name="PlaceHolder 4"/>
          <p:cNvSpPr>
            <a:spLocks noGrp="1"/>
          </p:cNvSpPr>
          <p:nvPr>
            <p:ph type="dt" idx="45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8" r:id="rId26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"/>
          <p:cNvSpPr/>
          <p:nvPr/>
        </p:nvSpPr>
        <p:spPr>
          <a:xfrm rot="18876000">
            <a:off x="8645760" y="-405360"/>
            <a:ext cx="2895120" cy="289512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389" name=""/>
          <p:cNvSpPr/>
          <p:nvPr/>
        </p:nvSpPr>
        <p:spPr>
          <a:xfrm rot="18876000">
            <a:off x="8665920" y="3983040"/>
            <a:ext cx="2895120" cy="289512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390" name=""/>
          <p:cNvSpPr/>
          <p:nvPr/>
        </p:nvSpPr>
        <p:spPr>
          <a:xfrm rot="18964800">
            <a:off x="993960" y="5915880"/>
            <a:ext cx="2588400" cy="73116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391" name=""/>
          <p:cNvSpPr/>
          <p:nvPr/>
        </p:nvSpPr>
        <p:spPr>
          <a:xfrm rot="18964800">
            <a:off x="-1296720" y="5513760"/>
            <a:ext cx="2588400" cy="73116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392" name=""/>
          <p:cNvSpPr/>
          <p:nvPr/>
        </p:nvSpPr>
        <p:spPr>
          <a:xfrm rot="18964800">
            <a:off x="3682080" y="339480"/>
            <a:ext cx="3457440" cy="92196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393" name=""/>
          <p:cNvSpPr/>
          <p:nvPr/>
        </p:nvSpPr>
        <p:spPr>
          <a:xfrm rot="18964800">
            <a:off x="1445760" y="-758160"/>
            <a:ext cx="2588400" cy="73116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394" name=""/>
          <p:cNvSpPr/>
          <p:nvPr/>
        </p:nvSpPr>
        <p:spPr>
          <a:xfrm rot="18964800">
            <a:off x="-727200" y="3295080"/>
            <a:ext cx="2588400" cy="51264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ftr" idx="46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" name="PlaceHolder 4"/>
          <p:cNvSpPr>
            <a:spLocks noGrp="1"/>
          </p:cNvSpPr>
          <p:nvPr>
            <p:ph type="sldNum" idx="47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8646F7-A854-401F-850C-EEEB935BEF09}" type="slidenum">
              <a:rPr b="0" lang="pt-BR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" name="PlaceHolder 5"/>
          <p:cNvSpPr>
            <a:spLocks noGrp="1"/>
          </p:cNvSpPr>
          <p:nvPr>
            <p:ph type="dt" idx="48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0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"/>
          <p:cNvGrpSpPr/>
          <p:nvPr/>
        </p:nvGrpSpPr>
        <p:grpSpPr>
          <a:xfrm>
            <a:off x="7406640" y="3566160"/>
            <a:ext cx="2377080" cy="4297320"/>
            <a:chOff x="7406640" y="3566160"/>
            <a:chExt cx="2377080" cy="4297320"/>
          </a:xfrm>
        </p:grpSpPr>
        <p:sp>
          <p:nvSpPr>
            <p:cNvPr id="403" name=""/>
            <p:cNvSpPr/>
            <p:nvPr/>
          </p:nvSpPr>
          <p:spPr>
            <a:xfrm>
              <a:off x="8138160" y="4754880"/>
              <a:ext cx="456840" cy="2559960"/>
            </a:xfrm>
            <a:prstGeom prst="rect">
              <a:avLst/>
            </a:prstGeom>
            <a:blipFill rotWithShape="0">
              <a:blip r:embed="rId2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404" name=""/>
            <p:cNvSpPr/>
            <p:nvPr/>
          </p:nvSpPr>
          <p:spPr>
            <a:xfrm>
              <a:off x="8961120" y="3566160"/>
              <a:ext cx="456840" cy="2559960"/>
            </a:xfrm>
            <a:prstGeom prst="rect">
              <a:avLst/>
            </a:prstGeom>
            <a:blipFill rotWithShape="0">
              <a:blip r:embed="rId3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405" name=""/>
            <p:cNvSpPr/>
            <p:nvPr/>
          </p:nvSpPr>
          <p:spPr>
            <a:xfrm>
              <a:off x="8503920" y="5120640"/>
              <a:ext cx="127980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406" name=""/>
            <p:cNvSpPr/>
            <p:nvPr/>
          </p:nvSpPr>
          <p:spPr>
            <a:xfrm>
              <a:off x="8321040" y="530352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407" name=""/>
            <p:cNvSpPr/>
            <p:nvPr/>
          </p:nvSpPr>
          <p:spPr>
            <a:xfrm>
              <a:off x="8869680" y="548640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  <p:sp>
          <p:nvSpPr>
            <p:cNvPr id="408" name=""/>
            <p:cNvSpPr/>
            <p:nvPr/>
          </p:nvSpPr>
          <p:spPr>
            <a:xfrm>
              <a:off x="7406640" y="5303520"/>
              <a:ext cx="456840" cy="2559960"/>
            </a:xfrm>
            <a:prstGeom prst="rect">
              <a:avLst/>
            </a:prstGeom>
            <a:blipFill rotWithShape="0">
              <a:blip r:embed="rId4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Noto Sans"/>
                <a:ea typeface="DejaVu Sans"/>
              </a:endParaRPr>
            </a:p>
          </p:txBody>
        </p:sp>
      </p:grpSp>
      <p:sp>
        <p:nvSpPr>
          <p:cNvPr id="409" name=""/>
          <p:cNvSpPr/>
          <p:nvPr/>
        </p:nvSpPr>
        <p:spPr>
          <a:xfrm flipH="1" flipV="1">
            <a:off x="1461600" y="-1555200"/>
            <a:ext cx="456840" cy="2559960"/>
          </a:xfrm>
          <a:prstGeom prst="rect">
            <a:avLst/>
          </a:prstGeom>
          <a:blipFill rotWithShape="0">
            <a:blip r:embed="rId5"/>
            <a:srcRect/>
            <a:tile tx="0" ty="0" sx="74468" sy="74468" algn="ctr"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410" name=""/>
          <p:cNvSpPr/>
          <p:nvPr/>
        </p:nvSpPr>
        <p:spPr>
          <a:xfrm flipH="1" flipV="1">
            <a:off x="638640" y="-365760"/>
            <a:ext cx="456840" cy="2559960"/>
          </a:xfrm>
          <a:prstGeom prst="rect">
            <a:avLst/>
          </a:prstGeom>
          <a:blipFill rotWithShape="0">
            <a:blip r:embed="rId6"/>
            <a:srcRect/>
            <a:tile tx="0" ty="0" sx="74468" sy="74468" algn="ctr"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411" name=""/>
          <p:cNvSpPr/>
          <p:nvPr/>
        </p:nvSpPr>
        <p:spPr>
          <a:xfrm flipH="1" flipV="1">
            <a:off x="273600" y="547920"/>
            <a:ext cx="1279800" cy="91080"/>
          </a:xfrm>
          <a:prstGeom prst="rect">
            <a:avLst/>
          </a:prstGeom>
          <a:solidFill>
            <a:srgbClr val="cccccc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412" name=""/>
          <p:cNvSpPr/>
          <p:nvPr/>
        </p:nvSpPr>
        <p:spPr>
          <a:xfrm flipH="1" flipV="1">
            <a:off x="822240" y="365040"/>
            <a:ext cx="914040" cy="91080"/>
          </a:xfrm>
          <a:prstGeom prst="rect">
            <a:avLst/>
          </a:prstGeom>
          <a:solidFill>
            <a:srgbClr val="cccccc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413" name=""/>
          <p:cNvSpPr/>
          <p:nvPr/>
        </p:nvSpPr>
        <p:spPr>
          <a:xfrm flipH="1" flipV="1">
            <a:off x="273600" y="182160"/>
            <a:ext cx="914040" cy="91080"/>
          </a:xfrm>
          <a:prstGeom prst="rect">
            <a:avLst/>
          </a:prstGeom>
          <a:solidFill>
            <a:srgbClr val="cccccc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414" name=""/>
          <p:cNvSpPr/>
          <p:nvPr/>
        </p:nvSpPr>
        <p:spPr>
          <a:xfrm flipH="1" flipV="1">
            <a:off x="2193840" y="-2103840"/>
            <a:ext cx="456840" cy="2559960"/>
          </a:xfrm>
          <a:prstGeom prst="rect">
            <a:avLst/>
          </a:prstGeom>
          <a:blipFill rotWithShape="0">
            <a:blip r:embed="rId7"/>
            <a:srcRect/>
            <a:tile tx="0" ty="0" sx="74468" sy="74468" algn="ctr"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415" name=""/>
          <p:cNvSpPr/>
          <p:nvPr/>
        </p:nvSpPr>
        <p:spPr>
          <a:xfrm>
            <a:off x="3474720" y="2560320"/>
            <a:ext cx="2742840" cy="2742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Noto Sans"/>
              <a:ea typeface="DejaVu Sans"/>
            </a:endParaRPr>
          </a:p>
        </p:txBody>
      </p:sp>
      <p:sp>
        <p:nvSpPr>
          <p:cNvPr id="41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ftr" idx="49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" name="PlaceHolder 4"/>
          <p:cNvSpPr>
            <a:spLocks noGrp="1"/>
          </p:cNvSpPr>
          <p:nvPr>
            <p:ph type="sldNum" idx="50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9FAB03-5B61-4118-9F02-0C7A573F5FB2}" type="slidenum">
              <a:rPr b="0" lang="pt-BR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" name="PlaceHolder 5"/>
          <p:cNvSpPr>
            <a:spLocks noGrp="1"/>
          </p:cNvSpPr>
          <p:nvPr>
            <p:ph type="dt" idx="51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2" r:id="rId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github.com/edinardofilho/-atividade02-cg2025.3" TargetMode="External"/><Relationship Id="rId2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s://youtu.be/_A0uAMAXP5s" TargetMode="External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hyperlink" Target="mailto:francisco.edinardo@aluno.uece.br" TargetMode="External"/><Relationship Id="rId3" Type="http://schemas.openxmlformats.org/officeDocument/2006/relationships/slideLayout" Target="../slideLayouts/slideLayout1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"/>
          <p:cNvSpPr/>
          <p:nvPr/>
        </p:nvSpPr>
        <p:spPr>
          <a:xfrm>
            <a:off x="7315200" y="4629240"/>
            <a:ext cx="237708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300" spc="-1" strike="noStrike">
                <a:solidFill>
                  <a:srgbClr val="000000"/>
                </a:solidFill>
                <a:latin typeface="Noto Sans"/>
              </a:rPr>
              <a:t>Turma 2025.2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7132320" y="4375440"/>
            <a:ext cx="360" cy="100584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117360" tIns="72360" bIns="7236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360000" y="3849120"/>
            <a:ext cx="6535440" cy="152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4400" spc="-1" strike="noStrike">
                <a:solidFill>
                  <a:srgbClr val="000000"/>
                </a:solidFill>
                <a:latin typeface="Noto Sans"/>
              </a:rPr>
              <a:t>Computação Gráfica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 type="subTitle"/>
          </p:nvPr>
        </p:nvSpPr>
        <p:spPr>
          <a:xfrm>
            <a:off x="1600200" y="4994280"/>
            <a:ext cx="5295240" cy="55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200" spc="-1" strike="noStrike">
                <a:solidFill>
                  <a:srgbClr val="000000"/>
                </a:solidFill>
                <a:latin typeface="Noto Sans"/>
              </a:rPr>
              <a:t>Atividade 02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4400" spc="-1" strike="noStrike" u="wavyHeavy">
                <a:solidFill>
                  <a:srgbClr val="000000"/>
                </a:solidFill>
                <a:uFillTx/>
                <a:latin typeface="Noto Sans"/>
              </a:rPr>
              <a:t>Informações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PlaceHolder 2"/>
          <p:cNvSpPr>
            <a:spLocks noGrp="1"/>
          </p:cNvSpPr>
          <p:nvPr>
            <p:ph/>
          </p:nvPr>
        </p:nvSpPr>
        <p:spPr>
          <a:xfrm>
            <a:off x="1260000" y="1800000"/>
            <a:ext cx="41400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marL="432000" indent="-324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808080"/>
                </a:solidFill>
                <a:latin typeface="Noto Sans"/>
              </a:rPr>
              <a:t>É um simulador físico baseado em gravidade, com três corpos celestes, simulando o Sol, a Terra e a Lua</a:t>
            </a:r>
            <a:endParaRPr b="0" lang="pt-BR" sz="1800" spc="-1" strike="noStrike">
              <a:solidFill>
                <a:srgbClr val="808080"/>
              </a:solidFill>
              <a:latin typeface="Arial"/>
            </a:endParaRPr>
          </a:p>
          <a:p>
            <a:pPr marL="432000" indent="-324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808080"/>
                </a:solidFill>
                <a:latin typeface="Noto Sans"/>
              </a:rPr>
              <a:t>Repositório GIT:</a:t>
            </a:r>
            <a:endParaRPr b="0" lang="pt-BR" sz="1800" spc="-1" strike="noStrike">
              <a:solidFill>
                <a:srgbClr val="808080"/>
              </a:solidFill>
              <a:latin typeface="Arial"/>
            </a:endParaRPr>
          </a:p>
          <a:p>
            <a:pPr lvl="1" marL="864000" indent="-324000" algn="just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100" spc="-1" strike="noStrike">
                <a:solidFill>
                  <a:srgbClr val="808080"/>
                </a:solidFill>
                <a:latin typeface="Noto Sans"/>
                <a:hlinkClick r:id="rId1"/>
              </a:rPr>
              <a:t>https://github.com/edinardofilho/-atividade02-cg2025.3</a:t>
            </a:r>
            <a:endParaRPr b="0" lang="pt-BR" sz="1100" spc="-1" strike="noStrike">
              <a:solidFill>
                <a:srgbClr val="808080"/>
              </a:solidFill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943" lnSpcReduction="20000"/>
          </a:bodyPr>
          <a:p>
            <a:pPr marL="432000" indent="-3240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808080"/>
                </a:solidFill>
                <a:latin typeface="Noto Sans"/>
              </a:rPr>
              <a:t>Controles:</a:t>
            </a:r>
            <a:endParaRPr b="0" lang="pt-BR" sz="2000" spc="-1" strike="noStrike">
              <a:solidFill>
                <a:srgbClr val="808080"/>
              </a:solidFill>
              <a:latin typeface="Arial"/>
            </a:endParaRPr>
          </a:p>
          <a:p>
            <a:pPr lvl="1" marL="864000" indent="-324000" algn="just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808080"/>
                </a:solidFill>
                <a:latin typeface="Noto Sans"/>
              </a:rPr>
              <a:t>Movimentação com WASD</a:t>
            </a:r>
            <a:endParaRPr b="0" lang="pt-BR" sz="2000" spc="-1" strike="noStrike">
              <a:solidFill>
                <a:srgbClr val="808080"/>
              </a:solidFill>
              <a:latin typeface="Arial"/>
            </a:endParaRPr>
          </a:p>
          <a:p>
            <a:pPr lvl="1" marL="864000" indent="-324000" algn="just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808080"/>
                </a:solidFill>
                <a:latin typeface="Noto Sans"/>
              </a:rPr>
              <a:t>Câmera movimentada por mouse</a:t>
            </a:r>
            <a:endParaRPr b="0" lang="pt-BR" sz="2000" spc="-1" strike="noStrike">
              <a:solidFill>
                <a:srgbClr val="808080"/>
              </a:solidFill>
              <a:latin typeface="Arial"/>
            </a:endParaRPr>
          </a:p>
          <a:p>
            <a:pPr lvl="1" marL="864000" indent="-324000" algn="just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808080"/>
                </a:solidFill>
                <a:latin typeface="Noto Sans"/>
              </a:rPr>
              <a:t>Usando os números 1, 2 e 3, pode se aproximar dos corpos celestes</a:t>
            </a:r>
            <a:endParaRPr b="0" lang="pt-BR" sz="2000" spc="-1" strike="noStrike">
              <a:solidFill>
                <a:srgbClr val="808080"/>
              </a:solidFill>
              <a:latin typeface="Arial"/>
            </a:endParaRPr>
          </a:p>
        </p:txBody>
      </p:sp>
      <p:sp>
        <p:nvSpPr>
          <p:cNvPr id="430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85320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835" lnSpcReduction="20000"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808080"/>
                </a:solidFill>
                <a:latin typeface="Noto Sans"/>
              </a:rPr>
              <a:t>Para a execução é necessário a instalação das bibliotecas GLAD e GLFW</a:t>
            </a:r>
            <a:endParaRPr b="0" lang="pt-BR" sz="2000" spc="-1" strike="noStrike">
              <a:solidFill>
                <a:srgbClr val="80808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808080"/>
                </a:solidFill>
                <a:latin typeface="Noto Sans"/>
              </a:rPr>
              <a:t>A linha de comando para criação do arquivo executável é:</a:t>
            </a:r>
            <a:endParaRPr b="0" lang="pt-BR" sz="2000" spc="-1" strike="noStrike">
              <a:solidFill>
                <a:srgbClr val="80808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 u="sng">
                <a:solidFill>
                  <a:srgbClr val="808080"/>
                </a:solidFill>
                <a:uFillTx/>
                <a:latin typeface="Noto Sans"/>
              </a:rPr>
              <a:t>$ gcc src/* -lglfw -lm -Iinclude -o output.out</a:t>
            </a:r>
            <a:endParaRPr b="0" lang="pt-BR" sz="2000" spc="-1" strike="noStrike">
              <a:solidFill>
                <a:srgbClr val="80808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808080"/>
                </a:solidFill>
                <a:latin typeface="Noto Sans"/>
              </a:rPr>
              <a:t>A linha de comando para execução é:</a:t>
            </a:r>
            <a:endParaRPr b="0" lang="pt-BR" sz="2000" spc="-1" strike="noStrike">
              <a:solidFill>
                <a:srgbClr val="80808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 u="sng">
                <a:solidFill>
                  <a:srgbClr val="808080"/>
                </a:solidFill>
                <a:uFillTx/>
                <a:latin typeface="Noto Sans"/>
              </a:rPr>
              <a:t>$ ./output.out</a:t>
            </a:r>
            <a:endParaRPr b="0" lang="pt-BR" sz="2000" spc="-1" strike="noStrike">
              <a:solidFill>
                <a:srgbClr val="80808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"/>
          <p:cNvSpPr/>
          <p:nvPr/>
        </p:nvSpPr>
        <p:spPr>
          <a:xfrm>
            <a:off x="1224000" y="1440000"/>
            <a:ext cx="23756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Noto Sans"/>
              </a:rPr>
              <a:t>Requisitos gerais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"/>
          <p:cNvSpPr/>
          <p:nvPr/>
        </p:nvSpPr>
        <p:spPr>
          <a:xfrm>
            <a:off x="1178640" y="1800000"/>
            <a:ext cx="7722360" cy="372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b="0" lang="pt-BR" sz="1300" spc="-1" strike="noStrike">
                <a:solidFill>
                  <a:srgbClr val="666666"/>
                </a:solidFill>
                <a:latin typeface="Noto Sans"/>
              </a:rPr>
              <a:t>Movimentação de câmera com projeção perspectiva;</a:t>
            </a:r>
            <a:endParaRPr b="0" lang="pt-BR" sz="1300" spc="-1" strike="noStrike">
              <a:solidFill>
                <a:srgbClr val="666666"/>
              </a:solidFill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b="0" lang="pt-BR" sz="1300" spc="-1" strike="noStrike">
                <a:solidFill>
                  <a:srgbClr val="666666"/>
                </a:solidFill>
                <a:latin typeface="Noto Sans"/>
              </a:rPr>
              <a:t>Sistema de iluminação utilizando o modelo de reflexão de Phong, com </a:t>
            </a:r>
            <a:r>
              <a:rPr b="0" lang="pt-BR" sz="1200" spc="-1" strike="noStrike">
                <a:solidFill>
                  <a:srgbClr val="666666"/>
                </a:solidFill>
                <a:latin typeface="Noto Sans"/>
              </a:rPr>
              <a:t>movimentação</a:t>
            </a:r>
            <a:r>
              <a:rPr b="0" lang="pt-BR" sz="1300" spc="-1" strike="noStrike">
                <a:solidFill>
                  <a:srgbClr val="666666"/>
                </a:solidFill>
                <a:latin typeface="Noto Sans"/>
              </a:rPr>
              <a:t> de pelo menos uma fonte de luz;</a:t>
            </a:r>
            <a:endParaRPr b="0" lang="pt-BR" sz="1300" spc="-1" strike="noStrike">
              <a:solidFill>
                <a:srgbClr val="666666"/>
              </a:solidFill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b="0" lang="pt-BR" sz="1300" spc="-1" strike="noStrike">
                <a:solidFill>
                  <a:srgbClr val="666666"/>
                </a:solidFill>
                <a:latin typeface="Noto Sans"/>
              </a:rPr>
              <a:t>Pelo menos um objeto animado por meio de transformações geométricas;</a:t>
            </a:r>
            <a:endParaRPr b="0" lang="pt-BR" sz="1300" spc="-1" strike="noStrike">
              <a:solidFill>
                <a:srgbClr val="666666"/>
              </a:solidFill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b="0" lang="pt-BR" sz="1300" spc="-1" strike="noStrike">
                <a:solidFill>
                  <a:srgbClr val="666666"/>
                </a:solidFill>
                <a:latin typeface="Noto Sans"/>
              </a:rPr>
              <a:t>Pelo menos:</a:t>
            </a:r>
            <a:endParaRPr b="0" lang="pt-BR" sz="1300" spc="-1" strike="noStrike">
              <a:solidFill>
                <a:srgbClr val="666666"/>
              </a:solidFill>
              <a:latin typeface="Arial"/>
            </a:endParaRPr>
          </a:p>
          <a:p>
            <a:pPr lvl="1" marL="432000" indent="-216000" algn="just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b="0" lang="pt-BR" sz="1300" spc="-1" strike="noStrike">
                <a:solidFill>
                  <a:srgbClr val="666666"/>
                </a:solidFill>
                <a:latin typeface="Noto Sans"/>
              </a:rPr>
              <a:t>um objeto com textura;</a:t>
            </a:r>
            <a:endParaRPr b="0" lang="pt-BR" sz="1300" spc="-1" strike="noStrike">
              <a:solidFill>
                <a:srgbClr val="666666"/>
              </a:solidFill>
              <a:latin typeface="Arial"/>
            </a:endParaRPr>
          </a:p>
          <a:p>
            <a:pPr lvl="1" marL="432000" indent="-216000" algn="just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b="0" lang="pt-BR" sz="1300" spc="-1" strike="noStrike">
                <a:solidFill>
                  <a:srgbClr val="666666"/>
                </a:solidFill>
                <a:latin typeface="Noto Sans"/>
              </a:rPr>
              <a:t>um objeto com cor sólida;</a:t>
            </a:r>
            <a:endParaRPr b="0" lang="pt-BR" sz="1300" spc="-1" strike="noStrike">
              <a:solidFill>
                <a:srgbClr val="666666"/>
              </a:solidFill>
              <a:latin typeface="Arial"/>
            </a:endParaRPr>
          </a:p>
          <a:p>
            <a:pPr lvl="1" marL="432000" indent="-216000" algn="just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b="0" lang="pt-BR" sz="1300" spc="-1" strike="noStrike">
                <a:solidFill>
                  <a:srgbClr val="666666"/>
                </a:solidFill>
                <a:latin typeface="Noto Sans"/>
              </a:rPr>
              <a:t>O desenho da cena deve ser feito exclusivamente com: OpenGL (≥4.0) ou WebGL puros;</a:t>
            </a:r>
            <a:endParaRPr b="0" lang="pt-BR" sz="1300" spc="-1" strike="noStrike">
              <a:solidFill>
                <a:srgbClr val="666666"/>
              </a:solidFill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b="0" lang="pt-BR" sz="1300" spc="-1" strike="noStrike">
                <a:solidFill>
                  <a:srgbClr val="666666"/>
                </a:solidFill>
                <a:latin typeface="Noto Sans"/>
              </a:rPr>
              <a:t>É permitido apenas o uso de bibliotecas auxiliares para: Álgebra Linear (ex.: Math.js, NumPy, CBLAS);</a:t>
            </a:r>
            <a:endParaRPr b="0" lang="pt-BR" sz="1300" spc="-1" strike="noStrike">
              <a:solidFill>
                <a:srgbClr val="666666"/>
              </a:solidFill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b="0" lang="pt-BR" sz="1300" spc="-1" strike="noStrike">
                <a:solidFill>
                  <a:srgbClr val="666666"/>
                </a:solidFill>
                <a:latin typeface="Noto Sans"/>
              </a:rPr>
              <a:t>É permitida a criação de contexto gráfico (canvas) como SDL, PyGame, GTK ou Canvas (HTML5), sendo vedado o uso de qualquer função gráfica além da inicialização;</a:t>
            </a:r>
            <a:endParaRPr b="0" lang="pt-BR" sz="1300" spc="-1" strike="noStrike">
              <a:solidFill>
                <a:srgbClr val="666666"/>
              </a:solidFill>
              <a:latin typeface="Arial"/>
            </a:endParaRPr>
          </a:p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b="0" lang="pt-BR" sz="1300" spc="-1" strike="noStrike">
                <a:solidFill>
                  <a:srgbClr val="666666"/>
                </a:solidFill>
                <a:latin typeface="Noto Sans"/>
              </a:rPr>
              <a:t>É permitido utilizar bibliotecas extras apenas para captura de eventos de teclado e mouse.</a:t>
            </a:r>
            <a:endParaRPr b="0" lang="pt-BR" sz="13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>
            <a:off x="914400" y="2835000"/>
            <a:ext cx="91080" cy="164556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4400" spc="-1" strike="noStrike" u="wavyHeavy">
                <a:solidFill>
                  <a:srgbClr val="000000"/>
                </a:solidFill>
                <a:uFillTx/>
                <a:latin typeface="Noto Sans"/>
              </a:rPr>
              <a:t>Requisitos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"/>
          <p:cNvSpPr/>
          <p:nvPr/>
        </p:nvSpPr>
        <p:spPr>
          <a:xfrm>
            <a:off x="1224000" y="1440000"/>
            <a:ext cx="4535640" cy="102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Noto Sans"/>
              </a:rPr>
              <a:t>Requisitos específico (Simulação)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>
            <a:off x="1178640" y="1800000"/>
            <a:ext cx="772236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tarSymbol"/>
              <a:buAutoNum type="arabicParenR"/>
            </a:pPr>
            <a:r>
              <a:rPr b="0" lang="pt-BR" sz="1600" spc="-1" strike="noStrike">
                <a:solidFill>
                  <a:srgbClr val="666666"/>
                </a:solidFill>
                <a:latin typeface="Noto Sans"/>
              </a:rPr>
              <a:t>Tipo de câmera livre (primeira ou terceira pessoa), desde que haja movimentação pelo ambiente;</a:t>
            </a:r>
            <a:endParaRPr b="0" lang="pt-BR" sz="1600" spc="-1" strike="noStrike">
              <a:solidFill>
                <a:srgbClr val="666666"/>
              </a:solidFill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tarSymbol"/>
              <a:buAutoNum type="arabicParenR"/>
            </a:pPr>
            <a:r>
              <a:rPr b="0" lang="pt-BR" sz="1600" spc="-1" strike="noStrike">
                <a:solidFill>
                  <a:srgbClr val="666666"/>
                </a:solidFill>
                <a:latin typeface="Noto Sans"/>
              </a:rPr>
              <a:t>O jogo deve conter objetos 3D carregados a partir de arquivos OBJ;</a:t>
            </a:r>
            <a:endParaRPr b="0" lang="pt-BR" sz="1600" spc="-1" strike="noStrike">
              <a:solidFill>
                <a:srgbClr val="666666"/>
              </a:solidFill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tarSymbol"/>
              <a:buAutoNum type="arabicParenR"/>
            </a:pPr>
            <a:r>
              <a:rPr b="0" lang="pt-BR" sz="1600" spc="-1" strike="noStrike">
                <a:solidFill>
                  <a:srgbClr val="666666"/>
                </a:solidFill>
                <a:latin typeface="Noto Sans"/>
              </a:rPr>
              <a:t>É obrigatória a implementação própria de um leitor de arquivos OBJ;</a:t>
            </a:r>
            <a:endParaRPr b="0" lang="pt-BR" sz="1600" spc="-1" strike="noStrike">
              <a:solidFill>
                <a:srgbClr val="666666"/>
              </a:solidFill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tarSymbol"/>
              <a:buAutoNum type="arabicParenR"/>
            </a:pPr>
            <a:r>
              <a:rPr b="0" lang="pt-BR" sz="1600" spc="-1" strike="noStrike">
                <a:solidFill>
                  <a:srgbClr val="666666"/>
                </a:solidFill>
                <a:latin typeface="Noto Sans"/>
              </a:rPr>
              <a:t>É permitido utilizar modelos 3D gratuitos disponíveis na internet;</a:t>
            </a:r>
            <a:endParaRPr b="0" lang="pt-BR" sz="1600" spc="-1" strike="noStrike">
              <a:solidFill>
                <a:srgbClr val="666666"/>
              </a:solidFill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tarSymbol"/>
              <a:buAutoNum type="arabicParenR"/>
            </a:pPr>
            <a:r>
              <a:rPr b="0" lang="pt-BR" sz="1600" spc="-1" strike="noStrike">
                <a:solidFill>
                  <a:srgbClr val="666666"/>
                </a:solidFill>
                <a:latin typeface="Noto Sans"/>
              </a:rPr>
              <a:t>Não é obrigatório criar modelos autorais. </a:t>
            </a:r>
            <a:endParaRPr b="0" lang="pt-BR" sz="16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914400" y="2835000"/>
            <a:ext cx="91080" cy="164556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4400" spc="-1" strike="noStrike" u="wavyHeavy">
                <a:solidFill>
                  <a:srgbClr val="000000"/>
                </a:solidFill>
                <a:uFillTx/>
                <a:latin typeface="Noto Sans"/>
              </a:rPr>
              <a:t>Requisitos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"/>
          <p:cNvSpPr/>
          <p:nvPr/>
        </p:nvSpPr>
        <p:spPr>
          <a:xfrm>
            <a:off x="1097280" y="1414080"/>
            <a:ext cx="7722720" cy="344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300" spc="-1" strike="noStrike">
                <a:solidFill>
                  <a:srgbClr val="808080"/>
                </a:solidFill>
                <a:latin typeface="Noto Sans"/>
              </a:rPr>
              <a:t>O OpenGL é uma interface (API) que permite aos programas "conversarem" com a placa de vídeo para gerar imagens em 2D e 3D. Ele funciona como um tradutor: o programador envia comandos matemáticos e o OpenGL os transforma em pixels na tela de forma extremamente rápida.</a:t>
            </a:r>
            <a:endParaRPr b="0" lang="pt-BR" sz="1300" spc="-1" strike="noStrike">
              <a:solidFill>
                <a:srgbClr val="80808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300" spc="-1" strike="noStrike">
                <a:solidFill>
                  <a:srgbClr val="808080"/>
                </a:solidFill>
                <a:latin typeface="Noto Sans"/>
              </a:rPr>
              <a:t>Sua operação baseia-se no pipeline gráfico, um fluxo onde pontos no espaço são processados por pequenos programas chamados shaders (que rodam na GPU) para calcular cores, luzes e sombras. Por ser uma "máquina de estados", ele mantém configurações fixas até que receba uma ordem de mudança, o que poupa processamento.</a:t>
            </a:r>
            <a:endParaRPr b="0" lang="pt-BR" sz="1300" spc="-1" strike="noStrike">
              <a:solidFill>
                <a:srgbClr val="80808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300" spc="-1" strike="noStrike">
                <a:solidFill>
                  <a:srgbClr val="808080"/>
                </a:solidFill>
                <a:latin typeface="Noto Sans"/>
              </a:rPr>
              <a:t>A principal vantagem do OpenGL é ser multiplataforma e de código aberto, sendo amplamente utilizado desde softwares profissionais de engenharia e modelagem (como Blender e AutoCAD) até jogos e sistemas móveis. Mesmo com tecnologias mais novas no mercado, ele continua sendo a ferramenta padrão para quem busca um equilíbrio entre controle técnico e facilidade de desenvolvimento.</a:t>
            </a:r>
            <a:endParaRPr b="0" lang="pt-BR" sz="1300" spc="-1" strike="noStrike">
              <a:solidFill>
                <a:srgbClr val="80808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1600" spc="-1" strike="noStrike">
              <a:solidFill>
                <a:srgbClr val="808080"/>
              </a:solidFill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914400" y="2835000"/>
            <a:ext cx="91080" cy="164556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441" name="PlaceHolder 5"/>
          <p:cNvSpPr txBox="1"/>
          <p:nvPr/>
        </p:nvSpPr>
        <p:spPr>
          <a:xfrm>
            <a:off x="46836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400" spc="-1" strike="noStrike" u="wavyHeavy">
                <a:solidFill>
                  <a:srgbClr val="000000"/>
                </a:solidFill>
                <a:uFillTx/>
                <a:latin typeface="Noto Sans"/>
              </a:rPr>
              <a:t>OpenGL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"/>
          <p:cNvSpPr/>
          <p:nvPr/>
        </p:nvSpPr>
        <p:spPr>
          <a:xfrm>
            <a:off x="1097280" y="1414080"/>
            <a:ext cx="7722720" cy="344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400" spc="-1" strike="noStrike">
                <a:solidFill>
                  <a:srgbClr val="666666"/>
                </a:solidFill>
                <a:latin typeface="Noto Sans"/>
              </a:rPr>
              <a:t>A GLAD é um carregador de funções (ou loader) indispensável para o desenvolvimento moderno com OpenGL. Como o OpenGL é apenas uma especificação implementada pelos drivers das fabricantes (NVIDIA, AMD, Intel), as funções gráficas não estão em locais fixos na memória; elas precisam ser localizadas em tempo de execução. A GLAD automatiza esse processo técnico, buscando os endereços de memória de todos os comandos necessários para que você possa simplesmente chamá-los no seu código.</a:t>
            </a:r>
            <a:endParaRPr b="0" lang="pt-BR" sz="1400" spc="-1" strike="noStrike">
              <a:solidFill>
                <a:srgbClr val="666666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400" spc="-1" strike="noStrike">
                <a:solidFill>
                  <a:srgbClr val="666666"/>
                </a:solidFill>
                <a:latin typeface="Noto Sans"/>
              </a:rPr>
              <a:t>O grande diferencial da GLAD é o seu gerador web, que cria arquivos de código-fonte personalizados de acordo com a versão do OpenGL e as extensões que o seu projeto exige. Isso a torna extremamente leve e portável, funcionando como a ponte que conecta seu programa à placa de vídeo de forma transparente. Sem ela, o desenvolvedor teria que mapear manualmente centenas de ponteiros de funções para cada sistema operacional diferente.</a:t>
            </a:r>
            <a:endParaRPr b="0" lang="pt-BR" sz="1400" spc="-1" strike="noStrike">
              <a:solidFill>
                <a:srgbClr val="666666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16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443" name=""/>
          <p:cNvSpPr/>
          <p:nvPr/>
        </p:nvSpPr>
        <p:spPr>
          <a:xfrm>
            <a:off x="914400" y="2835000"/>
            <a:ext cx="91080" cy="164556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444" name="PlaceHolder 6"/>
          <p:cNvSpPr txBox="1"/>
          <p:nvPr/>
        </p:nvSpPr>
        <p:spPr>
          <a:xfrm>
            <a:off x="46836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400" spc="-1" strike="noStrike" u="wavyHeavy">
                <a:solidFill>
                  <a:srgbClr val="000000"/>
                </a:solidFill>
                <a:uFillTx/>
                <a:latin typeface="Noto Sans"/>
              </a:rPr>
              <a:t>GLAD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"/>
          <p:cNvSpPr/>
          <p:nvPr/>
        </p:nvSpPr>
        <p:spPr>
          <a:xfrm>
            <a:off x="1097280" y="1414080"/>
            <a:ext cx="7722720" cy="344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500" spc="-1" strike="noStrike">
                <a:solidFill>
                  <a:srgbClr val="666666"/>
                </a:solidFill>
                <a:latin typeface="Noto Sans"/>
              </a:rPr>
              <a:t>A GLFW é a biblioteca responsável por tudo o que acontece "ao redor" do desenho gráfico, mas que o OpenGL não consegue fazer sozinho. Como o OpenGL foca exclusivamente na renderização, ele não sabe como criar uma janela ou entender quando você clica em um botão. A GLFW resolve isso ao fornecer uma interface única para abrir janelas, gerenciar contextos gráficos e capturar entradas de teclado, mouse e joysticks, funcionando de forma idêntica no Windows, macOS ou Linux.</a:t>
            </a:r>
            <a:endParaRPr b="0" lang="pt-BR" sz="1500" spc="-1" strike="noStrike">
              <a:solidFill>
                <a:srgbClr val="666666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500" spc="-1" strike="noStrike">
                <a:solidFill>
                  <a:srgbClr val="666666"/>
                </a:solidFill>
                <a:latin typeface="Noto Sans"/>
              </a:rPr>
              <a:t>Além de facilitar a interação com o usuário, ela é essencial para configurar as "regras do jogo" antes de começar a desenhar, como definir a resolução da tela, a versão do OpenGL que será usada e a taxa de atualização (VSync). Por ser minimalista e eficiente, ela é a escolha padrão para desenvolvedores que querem criar jogos ou simuladores do zero, servindo como a estrutura externa que abriga todo o poder visual do OpenGL.</a:t>
            </a:r>
            <a:endParaRPr b="0" lang="pt-BR" sz="1500" spc="-1" strike="noStrike">
              <a:solidFill>
                <a:srgbClr val="666666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16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>
            <a:off x="914400" y="2835000"/>
            <a:ext cx="91080" cy="164556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447" name="PlaceHolder 7"/>
          <p:cNvSpPr txBox="1"/>
          <p:nvPr/>
        </p:nvSpPr>
        <p:spPr>
          <a:xfrm>
            <a:off x="46836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400" spc="-1" strike="noStrike" u="wavyHeavy">
                <a:solidFill>
                  <a:srgbClr val="000000"/>
                </a:solidFill>
                <a:uFillTx/>
                <a:latin typeface="Noto Sans"/>
              </a:rPr>
              <a:t>GLFW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"/>
          <p:cNvSpPr/>
          <p:nvPr/>
        </p:nvSpPr>
        <p:spPr>
          <a:xfrm>
            <a:off x="1097280" y="1414080"/>
            <a:ext cx="7722720" cy="344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1500" spc="-1" strike="noStrike">
              <a:solidFill>
                <a:srgbClr val="666666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16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>
            <a:off x="914400" y="2835000"/>
            <a:ext cx="91080" cy="164556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45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4400" spc="-1" strike="noStrike" u="wavyHeavy">
                <a:solidFill>
                  <a:srgbClr val="000000"/>
                </a:solidFill>
                <a:uFillTx/>
                <a:latin typeface="Noto Sans"/>
              </a:rPr>
              <a:t>Imagens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1" name="" descr=""/>
          <p:cNvPicPr/>
          <p:nvPr/>
        </p:nvPicPr>
        <p:blipFill>
          <a:blip r:embed="rId1"/>
          <a:stretch/>
        </p:blipFill>
        <p:spPr>
          <a:xfrm>
            <a:off x="1187640" y="1800000"/>
            <a:ext cx="2987280" cy="1568160"/>
          </a:xfrm>
          <a:prstGeom prst="rect">
            <a:avLst/>
          </a:prstGeom>
          <a:ln w="0">
            <a:noFill/>
          </a:ln>
        </p:spPr>
      </p:pic>
      <p:pic>
        <p:nvPicPr>
          <p:cNvPr id="452" name="" descr=""/>
          <p:cNvPicPr/>
          <p:nvPr/>
        </p:nvPicPr>
        <p:blipFill>
          <a:blip r:embed="rId2"/>
          <a:stretch/>
        </p:blipFill>
        <p:spPr>
          <a:xfrm>
            <a:off x="5836320" y="1800000"/>
            <a:ext cx="2987280" cy="1568160"/>
          </a:xfrm>
          <a:prstGeom prst="rect">
            <a:avLst/>
          </a:prstGeom>
          <a:ln w="0">
            <a:noFill/>
          </a:ln>
        </p:spPr>
      </p:pic>
      <p:pic>
        <p:nvPicPr>
          <p:cNvPr id="453" name="" descr=""/>
          <p:cNvPicPr/>
          <p:nvPr/>
        </p:nvPicPr>
        <p:blipFill>
          <a:blip r:embed="rId3"/>
          <a:stretch/>
        </p:blipFill>
        <p:spPr>
          <a:xfrm>
            <a:off x="1187640" y="3517560"/>
            <a:ext cx="2987280" cy="1568160"/>
          </a:xfrm>
          <a:prstGeom prst="rect">
            <a:avLst/>
          </a:prstGeom>
          <a:ln w="0">
            <a:noFill/>
          </a:ln>
        </p:spPr>
      </p:pic>
      <p:pic>
        <p:nvPicPr>
          <p:cNvPr id="454" name="" descr=""/>
          <p:cNvPicPr/>
          <p:nvPr/>
        </p:nvPicPr>
        <p:blipFill>
          <a:blip r:embed="rId4"/>
          <a:stretch/>
        </p:blipFill>
        <p:spPr>
          <a:xfrm>
            <a:off x="5836320" y="3517560"/>
            <a:ext cx="2987280" cy="156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"/>
          <p:cNvSpPr/>
          <p:nvPr/>
        </p:nvSpPr>
        <p:spPr>
          <a:xfrm>
            <a:off x="1097280" y="1414080"/>
            <a:ext cx="7722720" cy="344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1500" spc="-1" strike="noStrike">
              <a:solidFill>
                <a:srgbClr val="666666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1600" spc="-1" strike="noStrike">
              <a:solidFill>
                <a:srgbClr val="666666"/>
              </a:solidFill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>
            <a:off x="914400" y="2835000"/>
            <a:ext cx="91080" cy="164556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Noto Sans"/>
              <a:ea typeface="DejaVu Sans"/>
            </a:endParaRPr>
          </a:p>
        </p:txBody>
      </p:sp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4400" spc="-1" strike="noStrike" u="wavyHeavy">
                <a:solidFill>
                  <a:srgbClr val="000000"/>
                </a:solidFill>
                <a:uFillTx/>
                <a:latin typeface="Noto Sans"/>
              </a:rPr>
              <a:t>Vídeo Demonstração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1964160" y="2520000"/>
            <a:ext cx="559584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/>
            <a:r>
              <a:rPr b="0" lang="pt-BR" sz="2400" spc="-1" strike="noStrike">
                <a:solidFill>
                  <a:srgbClr val="000000"/>
                </a:solidFill>
                <a:latin typeface="Times New Roman"/>
                <a:hlinkClick r:id="rId1"/>
              </a:rPr>
              <a:t>https://youtu.be/_A0uAMAXP5s</a:t>
            </a:r>
            <a:endParaRPr b="0" lang="pt-BR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"/>
          <p:cNvSpPr/>
          <p:nvPr/>
        </p:nvSpPr>
        <p:spPr>
          <a:xfrm>
            <a:off x="5873400" y="1190520"/>
            <a:ext cx="4093920" cy="4093920"/>
          </a:xfrm>
          <a:custGeom>
            <a:avLst/>
            <a:gdLst>
              <a:gd name="textAreaLeft" fmla="*/ 0 w 4093920"/>
              <a:gd name="textAreaRight" fmla="*/ 4094280 w 4093920"/>
              <a:gd name="textAreaTop" fmla="*/ 0 h 4093920"/>
              <a:gd name="textAreaBottom" fmla="*/ 4094280 h 4093920"/>
            </a:gdLst>
            <a:ahLst/>
            <a:rect l="textAreaLeft" t="textAreaTop" r="textAreaRight" b="textAreaBottom"/>
            <a:pathLst>
              <a:path w="11373" h="11373">
                <a:moveTo>
                  <a:pt x="0" y="5726"/>
                </a:moveTo>
                <a:lnTo>
                  <a:pt x="5646" y="0"/>
                </a:lnTo>
                <a:lnTo>
                  <a:pt x="11373" y="5648"/>
                </a:lnTo>
                <a:lnTo>
                  <a:pt x="5727" y="11373"/>
                </a:lnTo>
                <a:lnTo>
                  <a:pt x="5725" y="11373"/>
                </a:lnTo>
                <a:lnTo>
                  <a:pt x="0" y="5728"/>
                </a:lnTo>
                <a:lnTo>
                  <a:pt x="0" y="5726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4400" spc="-1" strike="noStrike" u="wavyHeavy">
                <a:solidFill>
                  <a:srgbClr val="000000"/>
                </a:solidFill>
                <a:uFillTx/>
                <a:latin typeface="Noto Sans"/>
              </a:rPr>
              <a:t>Equipe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/>
          </p:nvPr>
        </p:nvSpPr>
        <p:spPr>
          <a:xfrm>
            <a:off x="317160" y="1620000"/>
            <a:ext cx="61628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-324000" algn="just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pt-BR" sz="2400" spc="-1" strike="noStrike">
                <a:solidFill>
                  <a:srgbClr val="666666"/>
                </a:solidFill>
                <a:latin typeface="Noto Sans"/>
              </a:rPr>
              <a:t> </a:t>
            </a:r>
            <a:r>
              <a:rPr b="0" lang="pt-BR" sz="2400" spc="-1" strike="noStrike">
                <a:solidFill>
                  <a:srgbClr val="666666"/>
                </a:solidFill>
                <a:latin typeface="Noto Sans"/>
              </a:rPr>
              <a:t>Francisco Edinardo de Freitas Filho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algn="just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pt-BR" sz="1400" spc="-1" strike="noStrike">
                <a:solidFill>
                  <a:srgbClr val="666666"/>
                </a:solidFill>
                <a:latin typeface="Noto Sans"/>
                <a:hlinkClick r:id="rId2"/>
              </a:rPr>
              <a:t>francisco.edinardo@aluno.uece.br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0" algn="just">
              <a:lnSpc>
                <a:spcPct val="100000"/>
              </a:lnSpc>
              <a:spcBef>
                <a:spcPts val="1134"/>
              </a:spcBef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indent="-324000" algn="just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pt-BR" sz="2400" spc="-1" strike="noStrike">
                <a:solidFill>
                  <a:srgbClr val="666666"/>
                </a:solidFill>
                <a:latin typeface="Noto Sans"/>
              </a:rPr>
              <a:t> </a:t>
            </a:r>
            <a:r>
              <a:rPr b="0" lang="pt-BR" sz="2400" spc="-1" strike="noStrike">
                <a:solidFill>
                  <a:srgbClr val="666666"/>
                </a:solidFill>
                <a:latin typeface="Noto Sans"/>
              </a:rPr>
              <a:t>Marcos Aurelio Soares Pinto Filho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algn="just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pt-BR" sz="1400" spc="-1" strike="noStrike">
                <a:solidFill>
                  <a:srgbClr val="666666"/>
                </a:solidFill>
                <a:latin typeface="Noto Sans"/>
              </a:rPr>
              <a:t>mar.aurelio@aluno.uece.br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648360" y="2160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4400" spc="-1" strike="noStrike" u="wavyHeavy">
                <a:solidFill>
                  <a:srgbClr val="000000"/>
                </a:solidFill>
                <a:uFillTx/>
                <a:latin typeface="Noto Sans"/>
              </a:rPr>
              <a:t>OBRIGADO!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2026-02-09T22:14:16Z</dcterms:created>
  <dc:creator/>
  <dc:description>Credits:
Illustrations by Pixeltrue https://icons8.com/illustrations/author/5ec7b0e101d0360016f3d1b3 on icon8 (master slide "Table of content")
Photo by Dave Hoefler https://unsplash.com/fr/@iamthedave on Unsplash https://unsplash.com/fr/licence (slide 9)
    </dc:description>
  <dc:language>pt-BR</dc:language>
  <cp:lastModifiedBy/>
  <dcterms:modified xsi:type="dcterms:W3CDTF">2026-02-09T23:15:56Z</dcterms:modified>
  <cp:revision>5</cp:revision>
  <dc:subject/>
  <dc:title>Grey Elegant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